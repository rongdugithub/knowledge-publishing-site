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3.webp" ContentType="image/webp"/>
  <Override PartName="/ppt/media/image35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  <p:sldMasterId id="2147483665" r:id="rId5"/>
    <p:sldMasterId id="2147483667" r:id="rId6"/>
  </p:sldMasterIdLst>
  <p:notesMasterIdLst>
    <p:notesMasterId r:id="rId8"/>
  </p:notesMasterIdLst>
  <p:sldIdLst>
    <p:sldId id="256" r:id="rId7"/>
    <p:sldId id="257" r:id="rId9"/>
    <p:sldId id="283" r:id="rId10"/>
    <p:sldId id="258" r:id="rId11"/>
    <p:sldId id="261" r:id="rId12"/>
    <p:sldId id="262" r:id="rId13"/>
    <p:sldId id="284" r:id="rId14"/>
    <p:sldId id="263" r:id="rId15"/>
    <p:sldId id="264" r:id="rId16"/>
    <p:sldId id="265" r:id="rId17"/>
    <p:sldId id="266" r:id="rId18"/>
    <p:sldId id="272" r:id="rId19"/>
    <p:sldId id="273" r:id="rId20"/>
    <p:sldId id="275" r:id="rId21"/>
    <p:sldId id="286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300" r:id="rId33"/>
    <p:sldId id="301" r:id="rId34"/>
    <p:sldId id="280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60" userDrawn="1">
          <p15:clr>
            <a:srgbClr val="747775"/>
          </p15:clr>
        </p15:guide>
        <p15:guide id="2" pos="290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60"/>
        <p:guide pos="290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分享。今天我们将一起深入探讨一个前沿且重要的话题——大模型智能体。我们将从它的基本概念出发，逐步剖析其内部架构，识别潜在的风险，并最终了解如何通过工程化的方法进行有效防护。希望通过这次分享，能帮助大家建立一个对大模型智能体全面而深刻的认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首先，我们来谈谈第一个问题：为什么我们现在需要高度关注大模型智能体？这不仅仅是一个技术热点，更预示着一场深刻的变革。理解其重要性，是我们后续讨论的基础。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看到，大模型的能力边界正在迅速扩展。过去，我们谈论AI，更多是指它能生成文本、图片。但现在，智能体让AI具备了执行任务的能力。这意味着AI的角色正在发生根本性转变，从一个被动回答的工具，变成一个主动执行的助手甚至执行者。这对我们的工作和生活，尤其是在高校这样知识密集的环境中，将产生深远影响。当然，能力越大，责任越大，随之而来的安全风险也变得更加严峻和复杂。简单来说，大模型让机器学会了“说话”，而智能体则让机器学会了“做事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看到，大模型的能力边界正在迅速扩展。过去，我们谈论AI，更多是指它能生成文本、图片。但现在，智能体让AI具备了执行任务的能力。这意味着AI的角色正在发生根本性转变，从一个被动回答的工具，变成一个主动执行的助手甚至执行者。这对我们的工作和生活，尤其是在高校这样知识密集的环境中，将产生深远影响。当然，能力越大，责任越大，随之而来的安全风险也变得更加严峻和复杂。简单来说，大模型让机器学会了“说话”，而智能体则让机器学会了“做事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对比表可以更直观地展示三者的区别。从本质上看，大模型是能力，网页版是产品，而智能体是系统。交互方式上，智能体实现了从被动对话到自动执行的跨越。它强依赖工具调用，并且多步执行任务是其核心能力。如果用一个比喻，大模型是发动机，网页版是语音助手，而智能体则更像是一套自动驾驶加执行系统，能够自主完成复杂的行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了解了基本概念后，我们来看看市面上有哪些主流的智能体产品。这有助于我们建立一个整体的认知图谱，了解智能体的发展现状和不同类型。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，智能体主要可以分为这几类：聊天增强型，它们让对话更强大；工作流型，专注于自动化流程；编程型，成为程序员的得力助手；以及更底层的终端/系统操作型，它们能直接操作电脑。同时，我们也需要了解CLI和GUI这两种不同的交互界面，CLI是命令行，更适合技术人员，控制粒度细；GUI是图形界面，更直观，适合普通用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，智能体主要可以分为这几类：聊天增强型，它们让对话更强大；工作流型，专注于自动化流程；编程型，成为程序员的得力助手；以及更底层的终端/系统操作型，它们能直接操作电脑。同时，我们也需要了解CLI和GUI这两种不同的交互界面，CLI是命令行，更适合技术人员，控制粒度细；GUI是图形界面，更直观，适合普通用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列表展示了当前主流的智能体产品。大家可以看到，既有像OpenAI、Google这样的科技巨头，也有众多创新公司和开源项目。其中，我特别标出了OpenClaw。它不是一个面向普通用户的产品，而是一个研究和工程实践的框架。理解它，能帮助我们更深入地洞察执行型智能体的内部工作原理，看它如何从回答走向规划和执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看过了各种产品，我们现在需要深入到内部，了解一个智能体到底是由什么组成的。理解它的一般架构，是理解其能力和风险的关键。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一个智能体远不止一个模型那么简单。它是一个复杂的系统，至少包含这八个关键部分。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这张流程图展示了它的典型工作流程：从接收用户任务开始，经过理解、推理、调用工具、执行动作，最后输出结果，并记录状态以便后续迭代。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这个循环过程，正是智能体能够持续工作的核心。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既然智能体如此强大，能执行各种任务，那么它的风险在哪里？为什么它比普通聊天机器人更危险？这一部分，我们将深入剖析智能体带来的新的安全挑战。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1. User-facing Deception —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面向用户的欺骗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图上数值：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71%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意思是模型是否会：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误导用户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假装自己知道其实不知道的事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故意装作有某种能力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/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身份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用看似可信的话欺骗用户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71%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说明这个维度相对还可以，刚进入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“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较好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”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区间。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2. Hallucination &amp; Reliability —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幻觉与可靠性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图上数值：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100%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意思是模型是否会：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编造事实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胡乱回答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输出不可靠信息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在不确定时仍然瞎说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100%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表示这一项测试里表现最好，通过率满分。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也就是说在这些测试样本中，它在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“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减少幻觉、保持可靠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”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方面做得最好。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3. Intent Misunderstanding —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意图误解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图上数值：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0%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意思是模型是否能正确理解用户真实意图，比如：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用户到底是在提问、求建议，还是让它执行某种任务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有没有误解上下文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有没有答非所问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0%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说明这一项是最薄弱的，几乎完全没通过，属于严重问题区。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这表示模型在理解用户意图方面存在很大缺陷。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4. Unexpected Results —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意外结果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图上数值：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50%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意思是模型是否会产生：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不符合预期的输出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奇怪或偏离任务目标的结果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虽然不是恶意，但结果让人意外或不可控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50%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说明表现一般，明显还需要改进。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5. Operational Safety —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操作安全性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图上数值：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75%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意思是模型在实际操作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/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执行任务时是否安全，比如：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是否会触发危险操作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是否会执行不该执行的动作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是否会造成系统、流程或使用层面的风险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75%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表示这一项相对较好。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6. Prompt Injection Robustness —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提示注入鲁棒性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图上数值：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57%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意思是模型面对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“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提示注入攻击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”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时是否稳健。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所谓提示注入，大致就是有人通过恶意输入诱导模型：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忽略原本规则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泄露不该泄露的信息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改变行为方式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执行不该执行的指令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57%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表示它对这类攻击有一定抵抗力，但还不够强，仍需改进。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既然风险如此严峻，我们该如何应对？答案是：必须依靠工程化的防护手段。接下来，我们将详细介绍一种被称为“Harness工程”的治理思路，看看它是如何实现对智能体的有效防护的。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我的分享到此结束，感谢大家的聆听！希望能通过今天的内容，帮助大家更好地理解和应对大模型智能体带来的机遇与挑战。谢谢！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8" Type="http://schemas.openxmlformats.org/officeDocument/2006/relationships/tags" Target="../tags/tag44.xml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9" Type="http://schemas.openxmlformats.org/officeDocument/2006/relationships/tags" Target="../tags/tag105.xml"/><Relationship Id="rId18" Type="http://schemas.openxmlformats.org/officeDocument/2006/relationships/tags" Target="../tags/tag104.xml"/><Relationship Id="rId17" Type="http://schemas.openxmlformats.org/officeDocument/2006/relationships/tags" Target="../tags/tag103.xml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60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75411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 userDrawn="1">
            <p:custDataLst>
              <p:tags r:id="rId2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3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4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5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6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7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8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9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10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11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12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13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7" name="任意多边形: 形状 36" descr="C:/Users/kingsoft/AppData/Local/Temp/fig2wpp/@svg_Vector-2178&amp;8989.svg"/>
          <p:cNvSpPr/>
          <p:nvPr userDrawn="1">
            <p:custDataLst>
              <p:tags r:id="rId14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838200" y="2356038"/>
            <a:ext cx="10515600" cy="1940484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2857500" y="4600587"/>
            <a:ext cx="6477000" cy="1198793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 userDrawn="1">
            <p:custDataLst>
              <p:tags r:id="rId2"/>
            </p:custDataLst>
          </p:nvPr>
        </p:nvSpPr>
        <p:spPr>
          <a:xfrm>
            <a:off x="0" y="5656984"/>
            <a:ext cx="2012290" cy="1201016"/>
          </a:xfrm>
          <a:custGeom>
            <a:avLst/>
            <a:gdLst>
              <a:gd name="connsiteX0" fmla="*/ 693451 w 2012290"/>
              <a:gd name="connsiteY0" fmla="*/ 116 h 1201016"/>
              <a:gd name="connsiteX1" fmla="*/ 821862 w 2012290"/>
              <a:gd name="connsiteY1" fmla="*/ 5726 h 1201016"/>
              <a:gd name="connsiteX2" fmla="*/ 1902538 w 2012290"/>
              <a:gd name="connsiteY2" fmla="*/ 655056 h 1201016"/>
              <a:gd name="connsiteX3" fmla="*/ 1970470 w 2012290"/>
              <a:gd name="connsiteY3" fmla="*/ 1145078 h 1201016"/>
              <a:gd name="connsiteX4" fmla="*/ 1932716 w 2012290"/>
              <a:gd name="connsiteY4" fmla="*/ 1201016 h 1201016"/>
              <a:gd name="connsiteX5" fmla="*/ 0 w 2012290"/>
              <a:gd name="connsiteY5" fmla="*/ 1201016 h 1201016"/>
              <a:gd name="connsiteX6" fmla="*/ 0 w 2012290"/>
              <a:gd name="connsiteY6" fmla="*/ 226571 h 1201016"/>
              <a:gd name="connsiteX7" fmla="*/ 95549 w 2012290"/>
              <a:gd name="connsiteY7" fmla="*/ 169006 h 1201016"/>
              <a:gd name="connsiteX8" fmla="*/ 693451 w 2012290"/>
              <a:gd name="connsiteY8" fmla="*/ 116 h 1201016"/>
              <a:gd name="connsiteX0-1" fmla="*/ 0 w 2012290"/>
              <a:gd name="connsiteY0-2" fmla="*/ 1201016 h 1292456"/>
              <a:gd name="connsiteX1-3" fmla="*/ 0 w 2012290"/>
              <a:gd name="connsiteY1-4" fmla="*/ 226571 h 1292456"/>
              <a:gd name="connsiteX2-5" fmla="*/ 95549 w 2012290"/>
              <a:gd name="connsiteY2-6" fmla="*/ 169006 h 1292456"/>
              <a:gd name="connsiteX3-7" fmla="*/ 693451 w 2012290"/>
              <a:gd name="connsiteY3-8" fmla="*/ 116 h 1292456"/>
              <a:gd name="connsiteX4-9" fmla="*/ 821862 w 2012290"/>
              <a:gd name="connsiteY4-10" fmla="*/ 5726 h 1292456"/>
              <a:gd name="connsiteX5-11" fmla="*/ 1902538 w 2012290"/>
              <a:gd name="connsiteY5-12" fmla="*/ 655056 h 1292456"/>
              <a:gd name="connsiteX6-13" fmla="*/ 1970470 w 2012290"/>
              <a:gd name="connsiteY6-14" fmla="*/ 1145078 h 1292456"/>
              <a:gd name="connsiteX7-15" fmla="*/ 1932716 w 2012290"/>
              <a:gd name="connsiteY7-16" fmla="*/ 1201016 h 1292456"/>
              <a:gd name="connsiteX8-17" fmla="*/ 91440 w 2012290"/>
              <a:gd name="connsiteY8-18" fmla="*/ 1292456 h 1292456"/>
              <a:gd name="connsiteX0-19" fmla="*/ 0 w 2012290"/>
              <a:gd name="connsiteY0-20" fmla="*/ 1201016 h 1201016"/>
              <a:gd name="connsiteX1-21" fmla="*/ 0 w 2012290"/>
              <a:gd name="connsiteY1-22" fmla="*/ 226571 h 1201016"/>
              <a:gd name="connsiteX2-23" fmla="*/ 95549 w 2012290"/>
              <a:gd name="connsiteY2-24" fmla="*/ 169006 h 1201016"/>
              <a:gd name="connsiteX3-25" fmla="*/ 693451 w 2012290"/>
              <a:gd name="connsiteY3-26" fmla="*/ 116 h 1201016"/>
              <a:gd name="connsiteX4-27" fmla="*/ 821862 w 2012290"/>
              <a:gd name="connsiteY4-28" fmla="*/ 5726 h 1201016"/>
              <a:gd name="connsiteX5-29" fmla="*/ 1902538 w 2012290"/>
              <a:gd name="connsiteY5-30" fmla="*/ 655056 h 1201016"/>
              <a:gd name="connsiteX6-31" fmla="*/ 1970470 w 2012290"/>
              <a:gd name="connsiteY6-32" fmla="*/ 1145078 h 1201016"/>
              <a:gd name="connsiteX7-33" fmla="*/ 1932716 w 2012290"/>
              <a:gd name="connsiteY7-34" fmla="*/ 1201016 h 1201016"/>
              <a:gd name="connsiteX0-35" fmla="*/ 0 w 2012290"/>
              <a:gd name="connsiteY0-36" fmla="*/ 226571 h 1201016"/>
              <a:gd name="connsiteX1-37" fmla="*/ 95549 w 2012290"/>
              <a:gd name="connsiteY1-38" fmla="*/ 169006 h 1201016"/>
              <a:gd name="connsiteX2-39" fmla="*/ 693451 w 2012290"/>
              <a:gd name="connsiteY2-40" fmla="*/ 116 h 1201016"/>
              <a:gd name="connsiteX3-41" fmla="*/ 821862 w 2012290"/>
              <a:gd name="connsiteY3-42" fmla="*/ 5726 h 1201016"/>
              <a:gd name="connsiteX4-43" fmla="*/ 1902538 w 2012290"/>
              <a:gd name="connsiteY4-44" fmla="*/ 655056 h 1201016"/>
              <a:gd name="connsiteX5-45" fmla="*/ 1970470 w 2012290"/>
              <a:gd name="connsiteY5-46" fmla="*/ 1145078 h 1201016"/>
              <a:gd name="connsiteX6-47" fmla="*/ 1932716 w 2012290"/>
              <a:gd name="connsiteY6-48" fmla="*/ 1201016 h 12010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012290" h="1201016">
                <a:moveTo>
                  <a:pt x="0" y="226571"/>
                </a:moveTo>
                <a:lnTo>
                  <a:pt x="95549" y="169006"/>
                </a:lnTo>
                <a:cubicBezTo>
                  <a:pt x="280575" y="66885"/>
                  <a:pt x="481551" y="3188"/>
                  <a:pt x="693451" y="116"/>
                </a:cubicBezTo>
                <a:cubicBezTo>
                  <a:pt x="735831" y="-498"/>
                  <a:pt x="778648" y="1313"/>
                  <a:pt x="821862" y="5726"/>
                </a:cubicBezTo>
                <a:cubicBezTo>
                  <a:pt x="1256446" y="49986"/>
                  <a:pt x="1656466" y="299057"/>
                  <a:pt x="1902538" y="655056"/>
                </a:cubicBezTo>
                <a:cubicBezTo>
                  <a:pt x="2031184" y="841089"/>
                  <a:pt x="2036859" y="1005509"/>
                  <a:pt x="1970470" y="1145078"/>
                </a:cubicBezTo>
                <a:lnTo>
                  <a:pt x="1932716" y="120101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5" name="任意多边形: 形状 4"/>
          <p:cNvSpPr/>
          <p:nvPr userDrawn="1">
            <p:custDataLst>
              <p:tags r:id="rId3"/>
            </p:custDataLst>
          </p:nvPr>
        </p:nvSpPr>
        <p:spPr>
          <a:xfrm>
            <a:off x="0" y="5903685"/>
            <a:ext cx="1738647" cy="954315"/>
          </a:xfrm>
          <a:custGeom>
            <a:avLst/>
            <a:gdLst>
              <a:gd name="connsiteX0" fmla="*/ 664417 w 1738647"/>
              <a:gd name="connsiteY0" fmla="*/ 927 h 954315"/>
              <a:gd name="connsiteX1" fmla="*/ 764136 w 1738647"/>
              <a:gd name="connsiteY1" fmla="*/ 1850 h 954315"/>
              <a:gd name="connsiteX2" fmla="*/ 1636421 w 1738647"/>
              <a:gd name="connsiteY2" fmla="*/ 450962 h 954315"/>
              <a:gd name="connsiteX3" fmla="*/ 1708529 w 1738647"/>
              <a:gd name="connsiteY3" fmla="*/ 858514 h 954315"/>
              <a:gd name="connsiteX4" fmla="*/ 1648330 w 1738647"/>
              <a:gd name="connsiteY4" fmla="*/ 954315 h 954315"/>
              <a:gd name="connsiteX5" fmla="*/ 0 w 1738647"/>
              <a:gd name="connsiteY5" fmla="*/ 954315 h 954315"/>
              <a:gd name="connsiteX6" fmla="*/ 0 w 1738647"/>
              <a:gd name="connsiteY6" fmla="*/ 268365 h 954315"/>
              <a:gd name="connsiteX7" fmla="*/ 31585 w 1738647"/>
              <a:gd name="connsiteY7" fmla="*/ 242867 h 954315"/>
              <a:gd name="connsiteX8" fmla="*/ 664417 w 1738647"/>
              <a:gd name="connsiteY8" fmla="*/ 927 h 954315"/>
              <a:gd name="connsiteX0-1" fmla="*/ 0 w 1738647"/>
              <a:gd name="connsiteY0-2" fmla="*/ 954315 h 1045755"/>
              <a:gd name="connsiteX1-3" fmla="*/ 0 w 1738647"/>
              <a:gd name="connsiteY1-4" fmla="*/ 268365 h 1045755"/>
              <a:gd name="connsiteX2-5" fmla="*/ 31585 w 1738647"/>
              <a:gd name="connsiteY2-6" fmla="*/ 242867 h 1045755"/>
              <a:gd name="connsiteX3-7" fmla="*/ 664417 w 1738647"/>
              <a:gd name="connsiteY3-8" fmla="*/ 927 h 1045755"/>
              <a:gd name="connsiteX4-9" fmla="*/ 764136 w 1738647"/>
              <a:gd name="connsiteY4-10" fmla="*/ 1850 h 1045755"/>
              <a:gd name="connsiteX5-11" fmla="*/ 1636421 w 1738647"/>
              <a:gd name="connsiteY5-12" fmla="*/ 450962 h 1045755"/>
              <a:gd name="connsiteX6-13" fmla="*/ 1708529 w 1738647"/>
              <a:gd name="connsiteY6-14" fmla="*/ 858514 h 1045755"/>
              <a:gd name="connsiteX7-15" fmla="*/ 1648330 w 1738647"/>
              <a:gd name="connsiteY7-16" fmla="*/ 954315 h 1045755"/>
              <a:gd name="connsiteX8-17" fmla="*/ 91440 w 1738647"/>
              <a:gd name="connsiteY8-18" fmla="*/ 1045755 h 1045755"/>
              <a:gd name="connsiteX0-19" fmla="*/ 0 w 1738647"/>
              <a:gd name="connsiteY0-20" fmla="*/ 954315 h 954315"/>
              <a:gd name="connsiteX1-21" fmla="*/ 0 w 1738647"/>
              <a:gd name="connsiteY1-22" fmla="*/ 268365 h 954315"/>
              <a:gd name="connsiteX2-23" fmla="*/ 31585 w 1738647"/>
              <a:gd name="connsiteY2-24" fmla="*/ 242867 h 954315"/>
              <a:gd name="connsiteX3-25" fmla="*/ 664417 w 1738647"/>
              <a:gd name="connsiteY3-26" fmla="*/ 927 h 954315"/>
              <a:gd name="connsiteX4-27" fmla="*/ 764136 w 1738647"/>
              <a:gd name="connsiteY4-28" fmla="*/ 1850 h 954315"/>
              <a:gd name="connsiteX5-29" fmla="*/ 1636421 w 1738647"/>
              <a:gd name="connsiteY5-30" fmla="*/ 450962 h 954315"/>
              <a:gd name="connsiteX6-31" fmla="*/ 1708529 w 1738647"/>
              <a:gd name="connsiteY6-32" fmla="*/ 858514 h 954315"/>
              <a:gd name="connsiteX7-33" fmla="*/ 1648330 w 1738647"/>
              <a:gd name="connsiteY7-34" fmla="*/ 954315 h 954315"/>
              <a:gd name="connsiteX0-35" fmla="*/ 0 w 1738647"/>
              <a:gd name="connsiteY0-36" fmla="*/ 268365 h 954315"/>
              <a:gd name="connsiteX1-37" fmla="*/ 31585 w 1738647"/>
              <a:gd name="connsiteY1-38" fmla="*/ 242867 h 954315"/>
              <a:gd name="connsiteX2-39" fmla="*/ 664417 w 1738647"/>
              <a:gd name="connsiteY2-40" fmla="*/ 927 h 954315"/>
              <a:gd name="connsiteX3-41" fmla="*/ 764136 w 1738647"/>
              <a:gd name="connsiteY3-42" fmla="*/ 1850 h 954315"/>
              <a:gd name="connsiteX4-43" fmla="*/ 1636421 w 1738647"/>
              <a:gd name="connsiteY4-44" fmla="*/ 450962 h 954315"/>
              <a:gd name="connsiteX5-45" fmla="*/ 1708529 w 1738647"/>
              <a:gd name="connsiteY5-46" fmla="*/ 858514 h 954315"/>
              <a:gd name="connsiteX6-47" fmla="*/ 1648330 w 1738647"/>
              <a:gd name="connsiteY6-48" fmla="*/ 954315 h 9543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738647" h="954315">
                <a:moveTo>
                  <a:pt x="0" y="268365"/>
                </a:moveTo>
                <a:lnTo>
                  <a:pt x="31585" y="242867"/>
                </a:lnTo>
                <a:cubicBezTo>
                  <a:pt x="220530" y="106642"/>
                  <a:pt x="434082" y="11231"/>
                  <a:pt x="664417" y="927"/>
                </a:cubicBezTo>
                <a:cubicBezTo>
                  <a:pt x="697322" y="-546"/>
                  <a:pt x="730569" y="-281"/>
                  <a:pt x="764136" y="1850"/>
                </a:cubicBezTo>
                <a:cubicBezTo>
                  <a:pt x="1106972" y="23680"/>
                  <a:pt x="1425008" y="175086"/>
                  <a:pt x="1636421" y="450962"/>
                </a:cubicBezTo>
                <a:cubicBezTo>
                  <a:pt x="1750512" y="599876"/>
                  <a:pt x="1760525" y="738691"/>
                  <a:pt x="1708529" y="858514"/>
                </a:cubicBezTo>
                <a:lnTo>
                  <a:pt x="1648330" y="954315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6" name="任意多边形: 形状 5"/>
          <p:cNvSpPr/>
          <p:nvPr userDrawn="1">
            <p:custDataLst>
              <p:tags r:id="rId4"/>
            </p:custDataLst>
          </p:nvPr>
        </p:nvSpPr>
        <p:spPr>
          <a:xfrm>
            <a:off x="0" y="6177408"/>
            <a:ext cx="1423178" cy="680593"/>
          </a:xfrm>
          <a:custGeom>
            <a:avLst/>
            <a:gdLst>
              <a:gd name="connsiteX0" fmla="*/ 696233 w 1423178"/>
              <a:gd name="connsiteY0" fmla="*/ 1 h 680593"/>
              <a:gd name="connsiteX1" fmla="*/ 1332241 w 1423178"/>
              <a:gd name="connsiteY1" fmla="*/ 243392 h 680593"/>
              <a:gd name="connsiteX2" fmla="*/ 1353391 w 1423178"/>
              <a:gd name="connsiteY2" fmla="*/ 645006 h 680593"/>
              <a:gd name="connsiteX3" fmla="*/ 1318646 w 1423178"/>
              <a:gd name="connsiteY3" fmla="*/ 680593 h 680593"/>
              <a:gd name="connsiteX4" fmla="*/ 0 w 1423178"/>
              <a:gd name="connsiteY4" fmla="*/ 680593 h 680593"/>
              <a:gd name="connsiteX5" fmla="*/ 0 w 1423178"/>
              <a:gd name="connsiteY5" fmla="*/ 319923 h 680593"/>
              <a:gd name="connsiteX6" fmla="*/ 79446 w 1423178"/>
              <a:gd name="connsiteY6" fmla="*/ 251825 h 680593"/>
              <a:gd name="connsiteX7" fmla="*/ 696233 w 1423178"/>
              <a:gd name="connsiteY7" fmla="*/ 1 h 680593"/>
              <a:gd name="connsiteX0-1" fmla="*/ 0 w 1423178"/>
              <a:gd name="connsiteY0-2" fmla="*/ 680593 h 772033"/>
              <a:gd name="connsiteX1-3" fmla="*/ 0 w 1423178"/>
              <a:gd name="connsiteY1-4" fmla="*/ 319923 h 772033"/>
              <a:gd name="connsiteX2-5" fmla="*/ 79446 w 1423178"/>
              <a:gd name="connsiteY2-6" fmla="*/ 251825 h 772033"/>
              <a:gd name="connsiteX3-7" fmla="*/ 696233 w 1423178"/>
              <a:gd name="connsiteY3-8" fmla="*/ 1 h 772033"/>
              <a:gd name="connsiteX4-9" fmla="*/ 1332241 w 1423178"/>
              <a:gd name="connsiteY4-10" fmla="*/ 243392 h 772033"/>
              <a:gd name="connsiteX5-11" fmla="*/ 1353391 w 1423178"/>
              <a:gd name="connsiteY5-12" fmla="*/ 645006 h 772033"/>
              <a:gd name="connsiteX6-13" fmla="*/ 1318646 w 1423178"/>
              <a:gd name="connsiteY6-14" fmla="*/ 680593 h 772033"/>
              <a:gd name="connsiteX7-15" fmla="*/ 91440 w 1423178"/>
              <a:gd name="connsiteY7-16" fmla="*/ 772033 h 772033"/>
              <a:gd name="connsiteX0-17" fmla="*/ 0 w 1423178"/>
              <a:gd name="connsiteY0-18" fmla="*/ 680593 h 680593"/>
              <a:gd name="connsiteX1-19" fmla="*/ 0 w 1423178"/>
              <a:gd name="connsiteY1-20" fmla="*/ 319923 h 680593"/>
              <a:gd name="connsiteX2-21" fmla="*/ 79446 w 1423178"/>
              <a:gd name="connsiteY2-22" fmla="*/ 251825 h 680593"/>
              <a:gd name="connsiteX3-23" fmla="*/ 696233 w 1423178"/>
              <a:gd name="connsiteY3-24" fmla="*/ 1 h 680593"/>
              <a:gd name="connsiteX4-25" fmla="*/ 1332241 w 1423178"/>
              <a:gd name="connsiteY4-26" fmla="*/ 243392 h 680593"/>
              <a:gd name="connsiteX5-27" fmla="*/ 1353391 w 1423178"/>
              <a:gd name="connsiteY5-28" fmla="*/ 645006 h 680593"/>
              <a:gd name="connsiteX6-29" fmla="*/ 1318646 w 1423178"/>
              <a:gd name="connsiteY6-30" fmla="*/ 680593 h 680593"/>
              <a:gd name="connsiteX0-31" fmla="*/ 0 w 1423178"/>
              <a:gd name="connsiteY0-32" fmla="*/ 319923 h 680593"/>
              <a:gd name="connsiteX1-33" fmla="*/ 79446 w 1423178"/>
              <a:gd name="connsiteY1-34" fmla="*/ 251825 h 680593"/>
              <a:gd name="connsiteX2-35" fmla="*/ 696233 w 1423178"/>
              <a:gd name="connsiteY2-36" fmla="*/ 1 h 680593"/>
              <a:gd name="connsiteX3-37" fmla="*/ 1332241 w 1423178"/>
              <a:gd name="connsiteY3-38" fmla="*/ 243392 h 680593"/>
              <a:gd name="connsiteX4-39" fmla="*/ 1353391 w 1423178"/>
              <a:gd name="connsiteY4-40" fmla="*/ 645006 h 680593"/>
              <a:gd name="connsiteX5-41" fmla="*/ 1318646 w 1423178"/>
              <a:gd name="connsiteY5-42" fmla="*/ 680593 h 6805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423178" h="680593">
                <a:moveTo>
                  <a:pt x="0" y="319923"/>
                </a:moveTo>
                <a:lnTo>
                  <a:pt x="79446" y="251825"/>
                </a:lnTo>
                <a:cubicBezTo>
                  <a:pt x="257486" y="109985"/>
                  <a:pt x="466371" y="178"/>
                  <a:pt x="696233" y="1"/>
                </a:cubicBezTo>
                <a:cubicBezTo>
                  <a:pt x="937426" y="-201"/>
                  <a:pt x="1164524" y="54575"/>
                  <a:pt x="1332241" y="243392"/>
                </a:cubicBezTo>
                <a:cubicBezTo>
                  <a:pt x="1459004" y="386087"/>
                  <a:pt x="1440916" y="530854"/>
                  <a:pt x="1353391" y="645006"/>
                </a:cubicBezTo>
                <a:lnTo>
                  <a:pt x="1318646" y="680593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5"/>
            </p:custDataLst>
          </p:nvPr>
        </p:nvSpPr>
        <p:spPr>
          <a:xfrm>
            <a:off x="1" y="6419929"/>
            <a:ext cx="1096475" cy="438071"/>
          </a:xfrm>
          <a:custGeom>
            <a:avLst/>
            <a:gdLst>
              <a:gd name="connsiteX0" fmla="*/ 832874 w 1096475"/>
              <a:gd name="connsiteY0" fmla="*/ 961 h 438071"/>
              <a:gd name="connsiteX1" fmla="*/ 1020987 w 1096475"/>
              <a:gd name="connsiteY1" fmla="*/ 76960 h 438071"/>
              <a:gd name="connsiteX2" fmla="*/ 1006323 w 1096475"/>
              <a:gd name="connsiteY2" fmla="*/ 407049 h 438071"/>
              <a:gd name="connsiteX3" fmla="*/ 962140 w 1096475"/>
              <a:gd name="connsiteY3" fmla="*/ 438071 h 438071"/>
              <a:gd name="connsiteX4" fmla="*/ 0 w 1096475"/>
              <a:gd name="connsiteY4" fmla="*/ 438071 h 438071"/>
              <a:gd name="connsiteX5" fmla="*/ 0 w 1096475"/>
              <a:gd name="connsiteY5" fmla="*/ 359183 h 438071"/>
              <a:gd name="connsiteX6" fmla="*/ 26928 w 1096475"/>
              <a:gd name="connsiteY6" fmla="*/ 333097 h 438071"/>
              <a:gd name="connsiteX7" fmla="*/ 97356 w 1096475"/>
              <a:gd name="connsiteY7" fmla="*/ 277372 h 438071"/>
              <a:gd name="connsiteX8" fmla="*/ 627484 w 1096475"/>
              <a:gd name="connsiteY8" fmla="*/ 16656 h 438071"/>
              <a:gd name="connsiteX9" fmla="*/ 832874 w 1096475"/>
              <a:gd name="connsiteY9" fmla="*/ 961 h 438071"/>
              <a:gd name="connsiteX0-1" fmla="*/ 0 w 1096475"/>
              <a:gd name="connsiteY0-2" fmla="*/ 438071 h 529511"/>
              <a:gd name="connsiteX1-3" fmla="*/ 0 w 1096475"/>
              <a:gd name="connsiteY1-4" fmla="*/ 359183 h 529511"/>
              <a:gd name="connsiteX2-5" fmla="*/ 26928 w 1096475"/>
              <a:gd name="connsiteY2-6" fmla="*/ 333097 h 529511"/>
              <a:gd name="connsiteX3-7" fmla="*/ 97356 w 1096475"/>
              <a:gd name="connsiteY3-8" fmla="*/ 277372 h 529511"/>
              <a:gd name="connsiteX4-9" fmla="*/ 627484 w 1096475"/>
              <a:gd name="connsiteY4-10" fmla="*/ 16656 h 529511"/>
              <a:gd name="connsiteX5-11" fmla="*/ 832874 w 1096475"/>
              <a:gd name="connsiteY5-12" fmla="*/ 961 h 529511"/>
              <a:gd name="connsiteX6-13" fmla="*/ 1020987 w 1096475"/>
              <a:gd name="connsiteY6-14" fmla="*/ 76960 h 529511"/>
              <a:gd name="connsiteX7-15" fmla="*/ 1006323 w 1096475"/>
              <a:gd name="connsiteY7-16" fmla="*/ 407049 h 529511"/>
              <a:gd name="connsiteX8-17" fmla="*/ 962140 w 1096475"/>
              <a:gd name="connsiteY8-18" fmla="*/ 438071 h 529511"/>
              <a:gd name="connsiteX9-19" fmla="*/ 91440 w 1096475"/>
              <a:gd name="connsiteY9-20" fmla="*/ 529511 h 529511"/>
              <a:gd name="connsiteX0-21" fmla="*/ 0 w 1096475"/>
              <a:gd name="connsiteY0-22" fmla="*/ 438071 h 438071"/>
              <a:gd name="connsiteX1-23" fmla="*/ 0 w 1096475"/>
              <a:gd name="connsiteY1-24" fmla="*/ 359183 h 438071"/>
              <a:gd name="connsiteX2-25" fmla="*/ 26928 w 1096475"/>
              <a:gd name="connsiteY2-26" fmla="*/ 333097 h 438071"/>
              <a:gd name="connsiteX3-27" fmla="*/ 97356 w 1096475"/>
              <a:gd name="connsiteY3-28" fmla="*/ 277372 h 438071"/>
              <a:gd name="connsiteX4-29" fmla="*/ 627484 w 1096475"/>
              <a:gd name="connsiteY4-30" fmla="*/ 16656 h 438071"/>
              <a:gd name="connsiteX5-31" fmla="*/ 832874 w 1096475"/>
              <a:gd name="connsiteY5-32" fmla="*/ 961 h 438071"/>
              <a:gd name="connsiteX6-33" fmla="*/ 1020987 w 1096475"/>
              <a:gd name="connsiteY6-34" fmla="*/ 76960 h 438071"/>
              <a:gd name="connsiteX7-35" fmla="*/ 1006323 w 1096475"/>
              <a:gd name="connsiteY7-36" fmla="*/ 407049 h 438071"/>
              <a:gd name="connsiteX8-37" fmla="*/ 962140 w 1096475"/>
              <a:gd name="connsiteY8-38" fmla="*/ 438071 h 438071"/>
              <a:gd name="connsiteX0-39" fmla="*/ 0 w 1096475"/>
              <a:gd name="connsiteY0-40" fmla="*/ 359183 h 438071"/>
              <a:gd name="connsiteX1-41" fmla="*/ 26928 w 1096475"/>
              <a:gd name="connsiteY1-42" fmla="*/ 333097 h 438071"/>
              <a:gd name="connsiteX2-43" fmla="*/ 97356 w 1096475"/>
              <a:gd name="connsiteY2-44" fmla="*/ 277372 h 438071"/>
              <a:gd name="connsiteX3-45" fmla="*/ 627484 w 1096475"/>
              <a:gd name="connsiteY3-46" fmla="*/ 16656 h 438071"/>
              <a:gd name="connsiteX4-47" fmla="*/ 832874 w 1096475"/>
              <a:gd name="connsiteY4-48" fmla="*/ 961 h 438071"/>
              <a:gd name="connsiteX5-49" fmla="*/ 1020987 w 1096475"/>
              <a:gd name="connsiteY5-50" fmla="*/ 76960 h 438071"/>
              <a:gd name="connsiteX6-51" fmla="*/ 1006323 w 1096475"/>
              <a:gd name="connsiteY6-52" fmla="*/ 407049 h 438071"/>
              <a:gd name="connsiteX7-53" fmla="*/ 962140 w 1096475"/>
              <a:gd name="connsiteY7-54" fmla="*/ 438071 h 438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96475" h="438071">
                <a:moveTo>
                  <a:pt x="0" y="359183"/>
                </a:moveTo>
                <a:lnTo>
                  <a:pt x="26928" y="333097"/>
                </a:lnTo>
                <a:cubicBezTo>
                  <a:pt x="50142" y="313306"/>
                  <a:pt x="74123" y="294856"/>
                  <a:pt x="97356" y="277372"/>
                </a:cubicBezTo>
                <a:cubicBezTo>
                  <a:pt x="243127" y="167737"/>
                  <a:pt x="425884" y="42584"/>
                  <a:pt x="627484" y="16656"/>
                </a:cubicBezTo>
                <a:cubicBezTo>
                  <a:pt x="697542" y="7649"/>
                  <a:pt x="766648" y="-3337"/>
                  <a:pt x="832874" y="961"/>
                </a:cubicBezTo>
                <a:cubicBezTo>
                  <a:pt x="899100" y="5259"/>
                  <a:pt x="962447" y="24839"/>
                  <a:pt x="1020987" y="76960"/>
                </a:cubicBezTo>
                <a:cubicBezTo>
                  <a:pt x="1141219" y="183938"/>
                  <a:pt x="1103898" y="320100"/>
                  <a:pt x="1006323" y="407049"/>
                </a:cubicBezTo>
                <a:lnTo>
                  <a:pt x="962140" y="438071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8328850" y="1"/>
            <a:ext cx="3863151" cy="4194099"/>
          </a:xfrm>
          <a:custGeom>
            <a:avLst/>
            <a:gdLst>
              <a:gd name="connsiteX0" fmla="*/ 483235 w 3863151"/>
              <a:gd name="connsiteY0" fmla="*/ 0 h 4194099"/>
              <a:gd name="connsiteX1" fmla="*/ 3863151 w 3863151"/>
              <a:gd name="connsiteY1" fmla="*/ 0 h 4194099"/>
              <a:gd name="connsiteX2" fmla="*/ 3863151 w 3863151"/>
              <a:gd name="connsiteY2" fmla="*/ 3821524 h 4194099"/>
              <a:gd name="connsiteX3" fmla="*/ 3798216 w 3863151"/>
              <a:gd name="connsiteY3" fmla="*/ 3839632 h 4194099"/>
              <a:gd name="connsiteX4" fmla="*/ 3152425 w 3863151"/>
              <a:gd name="connsiteY4" fmla="*/ 4074726 h 4194099"/>
              <a:gd name="connsiteX5" fmla="*/ 1479213 w 3863151"/>
              <a:gd name="connsiteY5" fmla="*/ 4031979 h 4194099"/>
              <a:gd name="connsiteX6" fmla="*/ 1357143 w 3863151"/>
              <a:gd name="connsiteY6" fmla="*/ 3989030 h 4194099"/>
              <a:gd name="connsiteX7" fmla="*/ 65418 w 3863151"/>
              <a:gd name="connsiteY7" fmla="*/ 2793011 h 4194099"/>
              <a:gd name="connsiteX8" fmla="*/ 65624 w 3863151"/>
              <a:gd name="connsiteY8" fmla="*/ 2793403 h 4194099"/>
              <a:gd name="connsiteX9" fmla="*/ 148252 w 3863151"/>
              <a:gd name="connsiteY9" fmla="*/ 1330872 h 4194099"/>
              <a:gd name="connsiteX10" fmla="*/ 448413 w 3863151"/>
              <a:gd name="connsiteY10" fmla="*/ 97910 h 4194099"/>
              <a:gd name="connsiteX0-1" fmla="*/ 3863151 w 3954591"/>
              <a:gd name="connsiteY0-2" fmla="*/ 0 h 4194099"/>
              <a:gd name="connsiteX1-3" fmla="*/ 3863151 w 3954591"/>
              <a:gd name="connsiteY1-4" fmla="*/ 3821524 h 4194099"/>
              <a:gd name="connsiteX2-5" fmla="*/ 3798216 w 3954591"/>
              <a:gd name="connsiteY2-6" fmla="*/ 3839632 h 4194099"/>
              <a:gd name="connsiteX3-7" fmla="*/ 3152425 w 3954591"/>
              <a:gd name="connsiteY3-8" fmla="*/ 4074726 h 4194099"/>
              <a:gd name="connsiteX4-9" fmla="*/ 1479213 w 3954591"/>
              <a:gd name="connsiteY4-10" fmla="*/ 4031979 h 4194099"/>
              <a:gd name="connsiteX5-11" fmla="*/ 1357143 w 3954591"/>
              <a:gd name="connsiteY5-12" fmla="*/ 3989030 h 4194099"/>
              <a:gd name="connsiteX6-13" fmla="*/ 65418 w 3954591"/>
              <a:gd name="connsiteY6-14" fmla="*/ 2793011 h 4194099"/>
              <a:gd name="connsiteX7-15" fmla="*/ 65624 w 3954591"/>
              <a:gd name="connsiteY7-16" fmla="*/ 2793403 h 4194099"/>
              <a:gd name="connsiteX8-17" fmla="*/ 148252 w 3954591"/>
              <a:gd name="connsiteY8-18" fmla="*/ 1330872 h 4194099"/>
              <a:gd name="connsiteX9-19" fmla="*/ 448413 w 3954591"/>
              <a:gd name="connsiteY9-20" fmla="*/ 97910 h 4194099"/>
              <a:gd name="connsiteX10-21" fmla="*/ 483235 w 3954591"/>
              <a:gd name="connsiteY10-22" fmla="*/ 0 h 4194099"/>
              <a:gd name="connsiteX11" fmla="*/ 3954591 w 3954591"/>
              <a:gd name="connsiteY11" fmla="*/ 91440 h 4194099"/>
              <a:gd name="connsiteX0-23" fmla="*/ 3863151 w 3863151"/>
              <a:gd name="connsiteY0-24" fmla="*/ 0 h 4194099"/>
              <a:gd name="connsiteX1-25" fmla="*/ 3863151 w 3863151"/>
              <a:gd name="connsiteY1-26" fmla="*/ 3821524 h 4194099"/>
              <a:gd name="connsiteX2-27" fmla="*/ 3798216 w 3863151"/>
              <a:gd name="connsiteY2-28" fmla="*/ 3839632 h 4194099"/>
              <a:gd name="connsiteX3-29" fmla="*/ 3152425 w 3863151"/>
              <a:gd name="connsiteY3-30" fmla="*/ 4074726 h 4194099"/>
              <a:gd name="connsiteX4-31" fmla="*/ 1479213 w 3863151"/>
              <a:gd name="connsiteY4-32" fmla="*/ 4031979 h 4194099"/>
              <a:gd name="connsiteX5-33" fmla="*/ 1357143 w 3863151"/>
              <a:gd name="connsiteY5-34" fmla="*/ 3989030 h 4194099"/>
              <a:gd name="connsiteX6-35" fmla="*/ 65418 w 3863151"/>
              <a:gd name="connsiteY6-36" fmla="*/ 2793011 h 4194099"/>
              <a:gd name="connsiteX7-37" fmla="*/ 65624 w 3863151"/>
              <a:gd name="connsiteY7-38" fmla="*/ 2793403 h 4194099"/>
              <a:gd name="connsiteX8-39" fmla="*/ 148252 w 3863151"/>
              <a:gd name="connsiteY8-40" fmla="*/ 1330872 h 4194099"/>
              <a:gd name="connsiteX9-41" fmla="*/ 448413 w 3863151"/>
              <a:gd name="connsiteY9-42" fmla="*/ 97910 h 4194099"/>
              <a:gd name="connsiteX10-43" fmla="*/ 483235 w 3863151"/>
              <a:gd name="connsiteY10-44" fmla="*/ 0 h 4194099"/>
              <a:gd name="connsiteX0-45" fmla="*/ 3863151 w 3863151"/>
              <a:gd name="connsiteY0-46" fmla="*/ 3821524 h 4194099"/>
              <a:gd name="connsiteX1-47" fmla="*/ 3798216 w 3863151"/>
              <a:gd name="connsiteY1-48" fmla="*/ 3839632 h 4194099"/>
              <a:gd name="connsiteX2-49" fmla="*/ 3152425 w 3863151"/>
              <a:gd name="connsiteY2-50" fmla="*/ 4074726 h 4194099"/>
              <a:gd name="connsiteX3-51" fmla="*/ 1479213 w 3863151"/>
              <a:gd name="connsiteY3-52" fmla="*/ 4031979 h 4194099"/>
              <a:gd name="connsiteX4-53" fmla="*/ 1357143 w 3863151"/>
              <a:gd name="connsiteY4-54" fmla="*/ 3989030 h 4194099"/>
              <a:gd name="connsiteX5-55" fmla="*/ 65418 w 3863151"/>
              <a:gd name="connsiteY5-56" fmla="*/ 2793011 h 4194099"/>
              <a:gd name="connsiteX6-57" fmla="*/ 65624 w 3863151"/>
              <a:gd name="connsiteY6-58" fmla="*/ 2793403 h 4194099"/>
              <a:gd name="connsiteX7-59" fmla="*/ 148252 w 3863151"/>
              <a:gd name="connsiteY7-60" fmla="*/ 1330872 h 4194099"/>
              <a:gd name="connsiteX8-61" fmla="*/ 448413 w 3863151"/>
              <a:gd name="connsiteY8-62" fmla="*/ 97910 h 4194099"/>
              <a:gd name="connsiteX9-63" fmla="*/ 483235 w 3863151"/>
              <a:gd name="connsiteY9-64" fmla="*/ 0 h 41940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863151" h="4194099">
                <a:moveTo>
                  <a:pt x="3863151" y="3821524"/>
                </a:moveTo>
                <a:lnTo>
                  <a:pt x="3798216" y="3839632"/>
                </a:lnTo>
                <a:cubicBezTo>
                  <a:pt x="3592190" y="3904429"/>
                  <a:pt x="3388949" y="3987727"/>
                  <a:pt x="3152425" y="4074726"/>
                </a:cubicBezTo>
                <a:cubicBezTo>
                  <a:pt x="2660225" y="4255706"/>
                  <a:pt x="2057646" y="4222459"/>
                  <a:pt x="1479213" y="4031979"/>
                </a:cubicBezTo>
                <a:cubicBezTo>
                  <a:pt x="1437935" y="4018402"/>
                  <a:pt x="1396988" y="4004077"/>
                  <a:pt x="1357143" y="3989030"/>
                </a:cubicBezTo>
                <a:cubicBezTo>
                  <a:pt x="764992" y="3766026"/>
                  <a:pt x="227787" y="3328870"/>
                  <a:pt x="65418" y="2793011"/>
                </a:cubicBezTo>
                <a:lnTo>
                  <a:pt x="65624" y="2793403"/>
                </a:lnTo>
                <a:cubicBezTo>
                  <a:pt x="-87692" y="2287663"/>
                  <a:pt x="64612" y="1801238"/>
                  <a:pt x="148252" y="1330872"/>
                </a:cubicBezTo>
                <a:cubicBezTo>
                  <a:pt x="222903" y="910483"/>
                  <a:pt x="321702" y="499277"/>
                  <a:pt x="448413" y="97910"/>
                </a:cubicBezTo>
                <a:lnTo>
                  <a:pt x="48323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8645404" y="0"/>
            <a:ext cx="3546596" cy="3738290"/>
          </a:xfrm>
          <a:custGeom>
            <a:avLst/>
            <a:gdLst>
              <a:gd name="connsiteX0" fmla="*/ 444865 w 3546596"/>
              <a:gd name="connsiteY0" fmla="*/ 0 h 3738290"/>
              <a:gd name="connsiteX1" fmla="*/ 3546596 w 3546596"/>
              <a:gd name="connsiteY1" fmla="*/ 0 h 3738290"/>
              <a:gd name="connsiteX2" fmla="*/ 3546596 w 3546596"/>
              <a:gd name="connsiteY2" fmla="*/ 3445922 h 3738290"/>
              <a:gd name="connsiteX3" fmla="*/ 3519436 w 3546596"/>
              <a:gd name="connsiteY3" fmla="*/ 3449432 h 3738290"/>
              <a:gd name="connsiteX4" fmla="*/ 2751640 w 3546596"/>
              <a:gd name="connsiteY4" fmla="*/ 3654378 h 3738290"/>
              <a:gd name="connsiteX5" fmla="*/ 1296395 w 3546596"/>
              <a:gd name="connsiteY5" fmla="*/ 3587896 h 3738290"/>
              <a:gd name="connsiteX6" fmla="*/ 1190075 w 3546596"/>
              <a:gd name="connsiteY6" fmla="*/ 3549848 h 3738290"/>
              <a:gd name="connsiteX7" fmla="*/ 58939 w 3546596"/>
              <a:gd name="connsiteY7" fmla="*/ 2510414 h 3738290"/>
              <a:gd name="connsiteX8" fmla="*/ 59801 w 3546596"/>
              <a:gd name="connsiteY8" fmla="*/ 2510198 h 3738290"/>
              <a:gd name="connsiteX9" fmla="*/ 118210 w 3546596"/>
              <a:gd name="connsiteY9" fmla="*/ 1268253 h 3738290"/>
              <a:gd name="connsiteX10" fmla="*/ 367647 w 3546596"/>
              <a:gd name="connsiteY10" fmla="*/ 220588 h 3738290"/>
              <a:gd name="connsiteX0-1" fmla="*/ 3546596 w 3638036"/>
              <a:gd name="connsiteY0-2" fmla="*/ 0 h 3738290"/>
              <a:gd name="connsiteX1-3" fmla="*/ 3546596 w 3638036"/>
              <a:gd name="connsiteY1-4" fmla="*/ 3445922 h 3738290"/>
              <a:gd name="connsiteX2-5" fmla="*/ 3519436 w 3638036"/>
              <a:gd name="connsiteY2-6" fmla="*/ 3449432 h 3738290"/>
              <a:gd name="connsiteX3-7" fmla="*/ 2751640 w 3638036"/>
              <a:gd name="connsiteY3-8" fmla="*/ 3654378 h 3738290"/>
              <a:gd name="connsiteX4-9" fmla="*/ 1296395 w 3638036"/>
              <a:gd name="connsiteY4-10" fmla="*/ 3587896 h 3738290"/>
              <a:gd name="connsiteX5-11" fmla="*/ 1190075 w 3638036"/>
              <a:gd name="connsiteY5-12" fmla="*/ 3549848 h 3738290"/>
              <a:gd name="connsiteX6-13" fmla="*/ 58939 w 3638036"/>
              <a:gd name="connsiteY6-14" fmla="*/ 2510414 h 3738290"/>
              <a:gd name="connsiteX7-15" fmla="*/ 59801 w 3638036"/>
              <a:gd name="connsiteY7-16" fmla="*/ 2510198 h 3738290"/>
              <a:gd name="connsiteX8-17" fmla="*/ 118210 w 3638036"/>
              <a:gd name="connsiteY8-18" fmla="*/ 1268253 h 3738290"/>
              <a:gd name="connsiteX9-19" fmla="*/ 367647 w 3638036"/>
              <a:gd name="connsiteY9-20" fmla="*/ 220588 h 3738290"/>
              <a:gd name="connsiteX10-21" fmla="*/ 444865 w 3638036"/>
              <a:gd name="connsiteY10-22" fmla="*/ 0 h 3738290"/>
              <a:gd name="connsiteX11" fmla="*/ 3638036 w 3638036"/>
              <a:gd name="connsiteY11" fmla="*/ 91440 h 3738290"/>
              <a:gd name="connsiteX0-23" fmla="*/ 3546596 w 3546596"/>
              <a:gd name="connsiteY0-24" fmla="*/ 0 h 3738290"/>
              <a:gd name="connsiteX1-25" fmla="*/ 3546596 w 3546596"/>
              <a:gd name="connsiteY1-26" fmla="*/ 3445922 h 3738290"/>
              <a:gd name="connsiteX2-27" fmla="*/ 3519436 w 3546596"/>
              <a:gd name="connsiteY2-28" fmla="*/ 3449432 h 3738290"/>
              <a:gd name="connsiteX3-29" fmla="*/ 2751640 w 3546596"/>
              <a:gd name="connsiteY3-30" fmla="*/ 3654378 h 3738290"/>
              <a:gd name="connsiteX4-31" fmla="*/ 1296395 w 3546596"/>
              <a:gd name="connsiteY4-32" fmla="*/ 3587896 h 3738290"/>
              <a:gd name="connsiteX5-33" fmla="*/ 1190075 w 3546596"/>
              <a:gd name="connsiteY5-34" fmla="*/ 3549848 h 3738290"/>
              <a:gd name="connsiteX6-35" fmla="*/ 58939 w 3546596"/>
              <a:gd name="connsiteY6-36" fmla="*/ 2510414 h 3738290"/>
              <a:gd name="connsiteX7-37" fmla="*/ 59801 w 3546596"/>
              <a:gd name="connsiteY7-38" fmla="*/ 2510198 h 3738290"/>
              <a:gd name="connsiteX8-39" fmla="*/ 118210 w 3546596"/>
              <a:gd name="connsiteY8-40" fmla="*/ 1268253 h 3738290"/>
              <a:gd name="connsiteX9-41" fmla="*/ 367647 w 3546596"/>
              <a:gd name="connsiteY9-42" fmla="*/ 220588 h 3738290"/>
              <a:gd name="connsiteX10-43" fmla="*/ 444865 w 3546596"/>
              <a:gd name="connsiteY10-44" fmla="*/ 0 h 3738290"/>
              <a:gd name="connsiteX0-45" fmla="*/ 3546596 w 3546596"/>
              <a:gd name="connsiteY0-46" fmla="*/ 3445922 h 3738290"/>
              <a:gd name="connsiteX1-47" fmla="*/ 3519436 w 3546596"/>
              <a:gd name="connsiteY1-48" fmla="*/ 3449432 h 3738290"/>
              <a:gd name="connsiteX2-49" fmla="*/ 2751640 w 3546596"/>
              <a:gd name="connsiteY2-50" fmla="*/ 3654378 h 3738290"/>
              <a:gd name="connsiteX3-51" fmla="*/ 1296395 w 3546596"/>
              <a:gd name="connsiteY3-52" fmla="*/ 3587896 h 3738290"/>
              <a:gd name="connsiteX4-53" fmla="*/ 1190075 w 3546596"/>
              <a:gd name="connsiteY4-54" fmla="*/ 3549848 h 3738290"/>
              <a:gd name="connsiteX5-55" fmla="*/ 58939 w 3546596"/>
              <a:gd name="connsiteY5-56" fmla="*/ 2510414 h 3738290"/>
              <a:gd name="connsiteX6-57" fmla="*/ 59801 w 3546596"/>
              <a:gd name="connsiteY6-58" fmla="*/ 2510198 h 3738290"/>
              <a:gd name="connsiteX7-59" fmla="*/ 118210 w 3546596"/>
              <a:gd name="connsiteY7-60" fmla="*/ 1268253 h 3738290"/>
              <a:gd name="connsiteX8-61" fmla="*/ 367647 w 3546596"/>
              <a:gd name="connsiteY8-62" fmla="*/ 220588 h 3738290"/>
              <a:gd name="connsiteX9-63" fmla="*/ 444865 w 3546596"/>
              <a:gd name="connsiteY9-64" fmla="*/ 0 h 37382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546596" h="3738290">
                <a:moveTo>
                  <a:pt x="3546596" y="3445922"/>
                </a:moveTo>
                <a:lnTo>
                  <a:pt x="3519436" y="3449432"/>
                </a:lnTo>
                <a:cubicBezTo>
                  <a:pt x="3263338" y="3491944"/>
                  <a:pt x="3030649" y="3566738"/>
                  <a:pt x="2751640" y="3654378"/>
                </a:cubicBezTo>
                <a:cubicBezTo>
                  <a:pt x="2321071" y="3789787"/>
                  <a:pt x="1799324" y="3756818"/>
                  <a:pt x="1296395" y="3587896"/>
                </a:cubicBezTo>
                <a:cubicBezTo>
                  <a:pt x="1260228" y="3575698"/>
                  <a:pt x="1224606" y="3563134"/>
                  <a:pt x="1190075" y="3549848"/>
                </a:cubicBezTo>
                <a:cubicBezTo>
                  <a:pt x="674821" y="3352985"/>
                  <a:pt x="205134" y="2976587"/>
                  <a:pt x="58939" y="2510414"/>
                </a:cubicBezTo>
                <a:lnTo>
                  <a:pt x="59801" y="2510198"/>
                </a:lnTo>
                <a:cubicBezTo>
                  <a:pt x="-74829" y="2081326"/>
                  <a:pt x="50470" y="1668070"/>
                  <a:pt x="118210" y="1268253"/>
                </a:cubicBezTo>
                <a:cubicBezTo>
                  <a:pt x="178739" y="911012"/>
                  <a:pt x="261461" y="561777"/>
                  <a:pt x="367647" y="220588"/>
                </a:cubicBezTo>
                <a:lnTo>
                  <a:pt x="44486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9080954" y="0"/>
            <a:ext cx="3111046" cy="3220782"/>
          </a:xfrm>
          <a:custGeom>
            <a:avLst/>
            <a:gdLst>
              <a:gd name="connsiteX0" fmla="*/ 395330 w 3111046"/>
              <a:gd name="connsiteY0" fmla="*/ 0 h 3220782"/>
              <a:gd name="connsiteX1" fmla="*/ 3111046 w 3111046"/>
              <a:gd name="connsiteY1" fmla="*/ 0 h 3220782"/>
              <a:gd name="connsiteX2" fmla="*/ 3111046 w 3111046"/>
              <a:gd name="connsiteY2" fmla="*/ 3050911 h 3220782"/>
              <a:gd name="connsiteX3" fmla="*/ 2978949 w 3111046"/>
              <a:gd name="connsiteY3" fmla="*/ 3057321 h 3220782"/>
              <a:gd name="connsiteX4" fmla="*/ 2309610 w 3111046"/>
              <a:gd name="connsiteY4" fmla="*/ 3172043 h 3220782"/>
              <a:gd name="connsiteX5" fmla="*/ 1094473 w 3111046"/>
              <a:gd name="connsiteY5" fmla="*/ 3083168 h 3220782"/>
              <a:gd name="connsiteX6" fmla="*/ 1005831 w 3111046"/>
              <a:gd name="connsiteY6" fmla="*/ 3050757 h 3220782"/>
              <a:gd name="connsiteX7" fmla="*/ 52890 w 3111046"/>
              <a:gd name="connsiteY7" fmla="*/ 2183766 h 3220782"/>
              <a:gd name="connsiteX8" fmla="*/ 53000 w 3111046"/>
              <a:gd name="connsiteY8" fmla="*/ 2183525 h 3220782"/>
              <a:gd name="connsiteX9" fmla="*/ 86893 w 3111046"/>
              <a:gd name="connsiteY9" fmla="*/ 1180512 h 3220782"/>
              <a:gd name="connsiteX10" fmla="*/ 281346 w 3111046"/>
              <a:gd name="connsiteY10" fmla="*/ 333450 h 3220782"/>
              <a:gd name="connsiteX0-1" fmla="*/ 3111046 w 3202486"/>
              <a:gd name="connsiteY0-2" fmla="*/ 0 h 3220782"/>
              <a:gd name="connsiteX1-3" fmla="*/ 3111046 w 3202486"/>
              <a:gd name="connsiteY1-4" fmla="*/ 3050911 h 3220782"/>
              <a:gd name="connsiteX2-5" fmla="*/ 2978949 w 3202486"/>
              <a:gd name="connsiteY2-6" fmla="*/ 3057321 h 3220782"/>
              <a:gd name="connsiteX3-7" fmla="*/ 2309610 w 3202486"/>
              <a:gd name="connsiteY3-8" fmla="*/ 3172043 h 3220782"/>
              <a:gd name="connsiteX4-9" fmla="*/ 1094473 w 3202486"/>
              <a:gd name="connsiteY4-10" fmla="*/ 3083168 h 3220782"/>
              <a:gd name="connsiteX5-11" fmla="*/ 1005831 w 3202486"/>
              <a:gd name="connsiteY5-12" fmla="*/ 3050757 h 3220782"/>
              <a:gd name="connsiteX6-13" fmla="*/ 52890 w 3202486"/>
              <a:gd name="connsiteY6-14" fmla="*/ 2183766 h 3220782"/>
              <a:gd name="connsiteX7-15" fmla="*/ 53000 w 3202486"/>
              <a:gd name="connsiteY7-16" fmla="*/ 2183525 h 3220782"/>
              <a:gd name="connsiteX8-17" fmla="*/ 86893 w 3202486"/>
              <a:gd name="connsiteY8-18" fmla="*/ 1180512 h 3220782"/>
              <a:gd name="connsiteX9-19" fmla="*/ 281346 w 3202486"/>
              <a:gd name="connsiteY9-20" fmla="*/ 333450 h 3220782"/>
              <a:gd name="connsiteX10-21" fmla="*/ 395330 w 3202486"/>
              <a:gd name="connsiteY10-22" fmla="*/ 0 h 3220782"/>
              <a:gd name="connsiteX11" fmla="*/ 3202486 w 3202486"/>
              <a:gd name="connsiteY11" fmla="*/ 91440 h 3220782"/>
              <a:gd name="connsiteX0-23" fmla="*/ 3111046 w 3111046"/>
              <a:gd name="connsiteY0-24" fmla="*/ 0 h 3220782"/>
              <a:gd name="connsiteX1-25" fmla="*/ 3111046 w 3111046"/>
              <a:gd name="connsiteY1-26" fmla="*/ 3050911 h 3220782"/>
              <a:gd name="connsiteX2-27" fmla="*/ 2978949 w 3111046"/>
              <a:gd name="connsiteY2-28" fmla="*/ 3057321 h 3220782"/>
              <a:gd name="connsiteX3-29" fmla="*/ 2309610 w 3111046"/>
              <a:gd name="connsiteY3-30" fmla="*/ 3172043 h 3220782"/>
              <a:gd name="connsiteX4-31" fmla="*/ 1094473 w 3111046"/>
              <a:gd name="connsiteY4-32" fmla="*/ 3083168 h 3220782"/>
              <a:gd name="connsiteX5-33" fmla="*/ 1005831 w 3111046"/>
              <a:gd name="connsiteY5-34" fmla="*/ 3050757 h 3220782"/>
              <a:gd name="connsiteX6-35" fmla="*/ 52890 w 3111046"/>
              <a:gd name="connsiteY6-36" fmla="*/ 2183766 h 3220782"/>
              <a:gd name="connsiteX7-37" fmla="*/ 53000 w 3111046"/>
              <a:gd name="connsiteY7-38" fmla="*/ 2183525 h 3220782"/>
              <a:gd name="connsiteX8-39" fmla="*/ 86893 w 3111046"/>
              <a:gd name="connsiteY8-40" fmla="*/ 1180512 h 3220782"/>
              <a:gd name="connsiteX9-41" fmla="*/ 281346 w 3111046"/>
              <a:gd name="connsiteY9-42" fmla="*/ 333450 h 3220782"/>
              <a:gd name="connsiteX10-43" fmla="*/ 395330 w 3111046"/>
              <a:gd name="connsiteY10-44" fmla="*/ 0 h 3220782"/>
              <a:gd name="connsiteX0-45" fmla="*/ 3111046 w 3111046"/>
              <a:gd name="connsiteY0-46" fmla="*/ 3050911 h 3220782"/>
              <a:gd name="connsiteX1-47" fmla="*/ 2978949 w 3111046"/>
              <a:gd name="connsiteY1-48" fmla="*/ 3057321 h 3220782"/>
              <a:gd name="connsiteX2-49" fmla="*/ 2309610 w 3111046"/>
              <a:gd name="connsiteY2-50" fmla="*/ 3172043 h 3220782"/>
              <a:gd name="connsiteX3-51" fmla="*/ 1094473 w 3111046"/>
              <a:gd name="connsiteY3-52" fmla="*/ 3083168 h 3220782"/>
              <a:gd name="connsiteX4-53" fmla="*/ 1005831 w 3111046"/>
              <a:gd name="connsiteY4-54" fmla="*/ 3050757 h 3220782"/>
              <a:gd name="connsiteX5-55" fmla="*/ 52890 w 3111046"/>
              <a:gd name="connsiteY5-56" fmla="*/ 2183766 h 3220782"/>
              <a:gd name="connsiteX6-57" fmla="*/ 53000 w 3111046"/>
              <a:gd name="connsiteY6-58" fmla="*/ 2183525 h 3220782"/>
              <a:gd name="connsiteX7-59" fmla="*/ 86893 w 3111046"/>
              <a:gd name="connsiteY7-60" fmla="*/ 1180512 h 3220782"/>
              <a:gd name="connsiteX8-61" fmla="*/ 281346 w 3111046"/>
              <a:gd name="connsiteY8-62" fmla="*/ 333450 h 3220782"/>
              <a:gd name="connsiteX9-63" fmla="*/ 395330 w 3111046"/>
              <a:gd name="connsiteY9-64" fmla="*/ 0 h 32207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111046" h="3220782">
                <a:moveTo>
                  <a:pt x="3111046" y="3050911"/>
                </a:moveTo>
                <a:lnTo>
                  <a:pt x="2978949" y="3057321"/>
                </a:lnTo>
                <a:cubicBezTo>
                  <a:pt x="2753514" y="3074271"/>
                  <a:pt x="2548140" y="3113762"/>
                  <a:pt x="2309610" y="3172043"/>
                </a:cubicBezTo>
                <a:cubicBezTo>
                  <a:pt x="1948395" y="3260171"/>
                  <a:pt x="1513959" y="3227759"/>
                  <a:pt x="1094473" y="3083168"/>
                </a:cubicBezTo>
                <a:cubicBezTo>
                  <a:pt x="1064482" y="3073061"/>
                  <a:pt x="1034947" y="3061966"/>
                  <a:pt x="1005831" y="3050757"/>
                </a:cubicBezTo>
                <a:cubicBezTo>
                  <a:pt x="575807" y="2883582"/>
                  <a:pt x="180909" y="2573324"/>
                  <a:pt x="52890" y="2183766"/>
                </a:cubicBezTo>
                <a:cubicBezTo>
                  <a:pt x="52927" y="2183686"/>
                  <a:pt x="52963" y="2183605"/>
                  <a:pt x="53000" y="2183525"/>
                </a:cubicBezTo>
                <a:cubicBezTo>
                  <a:pt x="-60676" y="1838195"/>
                  <a:pt x="36291" y="1504062"/>
                  <a:pt x="86893" y="1180512"/>
                </a:cubicBezTo>
                <a:cubicBezTo>
                  <a:pt x="132262" y="891714"/>
                  <a:pt x="197380" y="609494"/>
                  <a:pt x="281346" y="333450"/>
                </a:cubicBezTo>
                <a:lnTo>
                  <a:pt x="395330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9"/>
            </p:custDataLst>
          </p:nvPr>
        </p:nvSpPr>
        <p:spPr>
          <a:xfrm>
            <a:off x="9499450" y="0"/>
            <a:ext cx="2692550" cy="2668596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549524 w 2692550"/>
              <a:gd name="connsiteY0-2" fmla="*/ 0 h 2668596"/>
              <a:gd name="connsiteX1-3" fmla="*/ 2532865 w 2692550"/>
              <a:gd name="connsiteY1-4" fmla="*/ 51620 h 2668596"/>
              <a:gd name="connsiteX2-5" fmla="*/ 2522568 w 2692550"/>
              <a:gd name="connsiteY2-6" fmla="*/ 241747 h 2668596"/>
              <a:gd name="connsiteX3-7" fmla="*/ 2633729 w 2692550"/>
              <a:gd name="connsiteY3-8" fmla="*/ 478437 h 2668596"/>
              <a:gd name="connsiteX4-9" fmla="*/ 2692550 w 2692550"/>
              <a:gd name="connsiteY4-10" fmla="*/ 537601 h 2668596"/>
              <a:gd name="connsiteX5-11" fmla="*/ 2692550 w 2692550"/>
              <a:gd name="connsiteY5-12" fmla="*/ 2651032 h 2668596"/>
              <a:gd name="connsiteX6-13" fmla="*/ 2613148 w 2692550"/>
              <a:gd name="connsiteY6-14" fmla="*/ 2644303 h 2668596"/>
              <a:gd name="connsiteX7-15" fmla="*/ 1777071 w 2692550"/>
              <a:gd name="connsiteY7-16" fmla="*/ 2651408 h 2668596"/>
              <a:gd name="connsiteX8-17" fmla="*/ 848582 w 2692550"/>
              <a:gd name="connsiteY8-18" fmla="*/ 2547258 h 2668596"/>
              <a:gd name="connsiteX9-19" fmla="*/ 780737 w 2692550"/>
              <a:gd name="connsiteY9-20" fmla="*/ 2521674 h 2668596"/>
              <a:gd name="connsiteX10-21" fmla="*/ 43407 w 2692550"/>
              <a:gd name="connsiteY10-22" fmla="*/ 1860386 h 2668596"/>
              <a:gd name="connsiteX11-23" fmla="*/ 43884 w 2692550"/>
              <a:gd name="connsiteY11-24" fmla="*/ 1860867 h 2668596"/>
              <a:gd name="connsiteX12-25" fmla="*/ 53645 w 2692550"/>
              <a:gd name="connsiteY12-26" fmla="*/ 1131655 h 2668596"/>
              <a:gd name="connsiteX13-27" fmla="*/ 285337 w 2692550"/>
              <a:gd name="connsiteY13-28" fmla="*/ 215809 h 2668596"/>
              <a:gd name="connsiteX14-29" fmla="*/ 371595 w 2692550"/>
              <a:gd name="connsiteY14-30" fmla="*/ 0 h 2668596"/>
              <a:gd name="connsiteX15" fmla="*/ 2640964 w 2692550"/>
              <a:gd name="connsiteY15" fmla="*/ 91440 h 2668596"/>
              <a:gd name="connsiteX0-31" fmla="*/ 2549524 w 2692550"/>
              <a:gd name="connsiteY0-32" fmla="*/ 0 h 2668596"/>
              <a:gd name="connsiteX1-33" fmla="*/ 2532865 w 2692550"/>
              <a:gd name="connsiteY1-34" fmla="*/ 51620 h 2668596"/>
              <a:gd name="connsiteX2-35" fmla="*/ 2522568 w 2692550"/>
              <a:gd name="connsiteY2-36" fmla="*/ 241747 h 2668596"/>
              <a:gd name="connsiteX3-37" fmla="*/ 2633729 w 2692550"/>
              <a:gd name="connsiteY3-38" fmla="*/ 478437 h 2668596"/>
              <a:gd name="connsiteX4-39" fmla="*/ 2692550 w 2692550"/>
              <a:gd name="connsiteY4-40" fmla="*/ 537601 h 2668596"/>
              <a:gd name="connsiteX5-41" fmla="*/ 2692550 w 2692550"/>
              <a:gd name="connsiteY5-42" fmla="*/ 2651032 h 2668596"/>
              <a:gd name="connsiteX6-43" fmla="*/ 2613148 w 2692550"/>
              <a:gd name="connsiteY6-44" fmla="*/ 2644303 h 2668596"/>
              <a:gd name="connsiteX7-45" fmla="*/ 1777071 w 2692550"/>
              <a:gd name="connsiteY7-46" fmla="*/ 2651408 h 2668596"/>
              <a:gd name="connsiteX8-47" fmla="*/ 848582 w 2692550"/>
              <a:gd name="connsiteY8-48" fmla="*/ 2547258 h 2668596"/>
              <a:gd name="connsiteX9-49" fmla="*/ 780737 w 2692550"/>
              <a:gd name="connsiteY9-50" fmla="*/ 2521674 h 2668596"/>
              <a:gd name="connsiteX10-51" fmla="*/ 43407 w 2692550"/>
              <a:gd name="connsiteY10-52" fmla="*/ 1860386 h 2668596"/>
              <a:gd name="connsiteX11-53" fmla="*/ 43884 w 2692550"/>
              <a:gd name="connsiteY11-54" fmla="*/ 1860867 h 2668596"/>
              <a:gd name="connsiteX12-55" fmla="*/ 53645 w 2692550"/>
              <a:gd name="connsiteY12-56" fmla="*/ 1131655 h 2668596"/>
              <a:gd name="connsiteX13-57" fmla="*/ 285337 w 2692550"/>
              <a:gd name="connsiteY13-58" fmla="*/ 215809 h 2668596"/>
              <a:gd name="connsiteX14-59" fmla="*/ 371595 w 2692550"/>
              <a:gd name="connsiteY14-60" fmla="*/ 0 h 2668596"/>
              <a:gd name="connsiteX0-61" fmla="*/ 2532865 w 2692550"/>
              <a:gd name="connsiteY0-62" fmla="*/ 51620 h 2668596"/>
              <a:gd name="connsiteX1-63" fmla="*/ 2522568 w 2692550"/>
              <a:gd name="connsiteY1-64" fmla="*/ 241747 h 2668596"/>
              <a:gd name="connsiteX2-65" fmla="*/ 2633729 w 2692550"/>
              <a:gd name="connsiteY2-66" fmla="*/ 478437 h 2668596"/>
              <a:gd name="connsiteX3-67" fmla="*/ 2692550 w 2692550"/>
              <a:gd name="connsiteY3-68" fmla="*/ 537601 h 2668596"/>
              <a:gd name="connsiteX4-69" fmla="*/ 2692550 w 2692550"/>
              <a:gd name="connsiteY4-70" fmla="*/ 2651032 h 2668596"/>
              <a:gd name="connsiteX5-71" fmla="*/ 2613148 w 2692550"/>
              <a:gd name="connsiteY5-72" fmla="*/ 2644303 h 2668596"/>
              <a:gd name="connsiteX6-73" fmla="*/ 1777071 w 2692550"/>
              <a:gd name="connsiteY6-74" fmla="*/ 2651408 h 2668596"/>
              <a:gd name="connsiteX7-75" fmla="*/ 848582 w 2692550"/>
              <a:gd name="connsiteY7-76" fmla="*/ 2547258 h 2668596"/>
              <a:gd name="connsiteX8-77" fmla="*/ 780737 w 2692550"/>
              <a:gd name="connsiteY8-78" fmla="*/ 2521674 h 2668596"/>
              <a:gd name="connsiteX9-79" fmla="*/ 43407 w 2692550"/>
              <a:gd name="connsiteY9-80" fmla="*/ 1860386 h 2668596"/>
              <a:gd name="connsiteX10-81" fmla="*/ 43884 w 2692550"/>
              <a:gd name="connsiteY10-82" fmla="*/ 1860867 h 2668596"/>
              <a:gd name="connsiteX11-83" fmla="*/ 53645 w 2692550"/>
              <a:gd name="connsiteY11-84" fmla="*/ 1131655 h 2668596"/>
              <a:gd name="connsiteX12-85" fmla="*/ 285337 w 2692550"/>
              <a:gd name="connsiteY12-86" fmla="*/ 215809 h 2668596"/>
              <a:gd name="connsiteX13-87" fmla="*/ 371595 w 2692550"/>
              <a:gd name="connsiteY13-88" fmla="*/ 0 h 2668596"/>
              <a:gd name="connsiteX0-89" fmla="*/ 2522568 w 2692550"/>
              <a:gd name="connsiteY0-90" fmla="*/ 241747 h 2668596"/>
              <a:gd name="connsiteX1-91" fmla="*/ 2633729 w 2692550"/>
              <a:gd name="connsiteY1-92" fmla="*/ 478437 h 2668596"/>
              <a:gd name="connsiteX2-93" fmla="*/ 2692550 w 2692550"/>
              <a:gd name="connsiteY2-94" fmla="*/ 537601 h 2668596"/>
              <a:gd name="connsiteX3-95" fmla="*/ 2692550 w 2692550"/>
              <a:gd name="connsiteY3-96" fmla="*/ 2651032 h 2668596"/>
              <a:gd name="connsiteX4-97" fmla="*/ 2613148 w 2692550"/>
              <a:gd name="connsiteY4-98" fmla="*/ 2644303 h 2668596"/>
              <a:gd name="connsiteX5-99" fmla="*/ 1777071 w 2692550"/>
              <a:gd name="connsiteY5-100" fmla="*/ 2651408 h 2668596"/>
              <a:gd name="connsiteX6-101" fmla="*/ 848582 w 2692550"/>
              <a:gd name="connsiteY6-102" fmla="*/ 2547258 h 2668596"/>
              <a:gd name="connsiteX7-103" fmla="*/ 780737 w 2692550"/>
              <a:gd name="connsiteY7-104" fmla="*/ 2521674 h 2668596"/>
              <a:gd name="connsiteX8-105" fmla="*/ 43407 w 2692550"/>
              <a:gd name="connsiteY8-106" fmla="*/ 1860386 h 2668596"/>
              <a:gd name="connsiteX9-107" fmla="*/ 43884 w 2692550"/>
              <a:gd name="connsiteY9-108" fmla="*/ 1860867 h 2668596"/>
              <a:gd name="connsiteX10-109" fmla="*/ 53645 w 2692550"/>
              <a:gd name="connsiteY10-110" fmla="*/ 1131655 h 2668596"/>
              <a:gd name="connsiteX11-111" fmla="*/ 285337 w 2692550"/>
              <a:gd name="connsiteY11-112" fmla="*/ 215809 h 2668596"/>
              <a:gd name="connsiteX12-113" fmla="*/ 371595 w 2692550"/>
              <a:gd name="connsiteY12-114" fmla="*/ 0 h 2668596"/>
              <a:gd name="connsiteX0-115" fmla="*/ 2633729 w 2692550"/>
              <a:gd name="connsiteY0-116" fmla="*/ 478437 h 2668596"/>
              <a:gd name="connsiteX1-117" fmla="*/ 2692550 w 2692550"/>
              <a:gd name="connsiteY1-118" fmla="*/ 537601 h 2668596"/>
              <a:gd name="connsiteX2-119" fmla="*/ 2692550 w 2692550"/>
              <a:gd name="connsiteY2-120" fmla="*/ 2651032 h 2668596"/>
              <a:gd name="connsiteX3-121" fmla="*/ 2613148 w 2692550"/>
              <a:gd name="connsiteY3-122" fmla="*/ 2644303 h 2668596"/>
              <a:gd name="connsiteX4-123" fmla="*/ 1777071 w 2692550"/>
              <a:gd name="connsiteY4-124" fmla="*/ 2651408 h 2668596"/>
              <a:gd name="connsiteX5-125" fmla="*/ 848582 w 2692550"/>
              <a:gd name="connsiteY5-126" fmla="*/ 2547258 h 2668596"/>
              <a:gd name="connsiteX6-127" fmla="*/ 780737 w 2692550"/>
              <a:gd name="connsiteY6-128" fmla="*/ 2521674 h 2668596"/>
              <a:gd name="connsiteX7-129" fmla="*/ 43407 w 2692550"/>
              <a:gd name="connsiteY7-130" fmla="*/ 1860386 h 2668596"/>
              <a:gd name="connsiteX8-131" fmla="*/ 43884 w 2692550"/>
              <a:gd name="connsiteY8-132" fmla="*/ 1860867 h 2668596"/>
              <a:gd name="connsiteX9-133" fmla="*/ 53645 w 2692550"/>
              <a:gd name="connsiteY9-134" fmla="*/ 1131655 h 2668596"/>
              <a:gd name="connsiteX10-135" fmla="*/ 285337 w 2692550"/>
              <a:gd name="connsiteY10-136" fmla="*/ 215809 h 2668596"/>
              <a:gd name="connsiteX11-137" fmla="*/ 371595 w 2692550"/>
              <a:gd name="connsiteY11-138" fmla="*/ 0 h 2668596"/>
              <a:gd name="connsiteX0-139" fmla="*/ 2692550 w 2692550"/>
              <a:gd name="connsiteY0-140" fmla="*/ 537601 h 2668596"/>
              <a:gd name="connsiteX1-141" fmla="*/ 2692550 w 2692550"/>
              <a:gd name="connsiteY1-142" fmla="*/ 2651032 h 2668596"/>
              <a:gd name="connsiteX2-143" fmla="*/ 2613148 w 2692550"/>
              <a:gd name="connsiteY2-144" fmla="*/ 2644303 h 2668596"/>
              <a:gd name="connsiteX3-145" fmla="*/ 1777071 w 2692550"/>
              <a:gd name="connsiteY3-146" fmla="*/ 2651408 h 2668596"/>
              <a:gd name="connsiteX4-147" fmla="*/ 848582 w 2692550"/>
              <a:gd name="connsiteY4-148" fmla="*/ 2547258 h 2668596"/>
              <a:gd name="connsiteX5-149" fmla="*/ 780737 w 2692550"/>
              <a:gd name="connsiteY5-150" fmla="*/ 2521674 h 2668596"/>
              <a:gd name="connsiteX6-151" fmla="*/ 43407 w 2692550"/>
              <a:gd name="connsiteY6-152" fmla="*/ 1860386 h 2668596"/>
              <a:gd name="connsiteX7-153" fmla="*/ 43884 w 2692550"/>
              <a:gd name="connsiteY7-154" fmla="*/ 1860867 h 2668596"/>
              <a:gd name="connsiteX8-155" fmla="*/ 53645 w 2692550"/>
              <a:gd name="connsiteY8-156" fmla="*/ 1131655 h 2668596"/>
              <a:gd name="connsiteX9-157" fmla="*/ 285337 w 2692550"/>
              <a:gd name="connsiteY9-158" fmla="*/ 215809 h 2668596"/>
              <a:gd name="connsiteX10-159" fmla="*/ 371595 w 2692550"/>
              <a:gd name="connsiteY10-160" fmla="*/ 0 h 2668596"/>
              <a:gd name="connsiteX0-161" fmla="*/ 2692550 w 2692550"/>
              <a:gd name="connsiteY0-162" fmla="*/ 2651032 h 2668596"/>
              <a:gd name="connsiteX1-163" fmla="*/ 2613148 w 2692550"/>
              <a:gd name="connsiteY1-164" fmla="*/ 2644303 h 2668596"/>
              <a:gd name="connsiteX2-165" fmla="*/ 1777071 w 2692550"/>
              <a:gd name="connsiteY2-166" fmla="*/ 2651408 h 2668596"/>
              <a:gd name="connsiteX3-167" fmla="*/ 848582 w 2692550"/>
              <a:gd name="connsiteY3-168" fmla="*/ 2547258 h 2668596"/>
              <a:gd name="connsiteX4-169" fmla="*/ 780737 w 2692550"/>
              <a:gd name="connsiteY4-170" fmla="*/ 2521674 h 2668596"/>
              <a:gd name="connsiteX5-171" fmla="*/ 43407 w 2692550"/>
              <a:gd name="connsiteY5-172" fmla="*/ 1860386 h 2668596"/>
              <a:gd name="connsiteX6-173" fmla="*/ 43884 w 2692550"/>
              <a:gd name="connsiteY6-174" fmla="*/ 1860867 h 2668596"/>
              <a:gd name="connsiteX7-175" fmla="*/ 53645 w 2692550"/>
              <a:gd name="connsiteY7-176" fmla="*/ 1131655 h 2668596"/>
              <a:gd name="connsiteX8-177" fmla="*/ 285337 w 2692550"/>
              <a:gd name="connsiteY8-178" fmla="*/ 215809 h 2668596"/>
              <a:gd name="connsiteX9-179" fmla="*/ 371595 w 2692550"/>
              <a:gd name="connsiteY9-180" fmla="*/ 0 h 26685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692550" h="2668596">
                <a:moveTo>
                  <a:pt x="2692550" y="2651032"/>
                </a:moveTo>
                <a:lnTo>
                  <a:pt x="2613148" y="2644303"/>
                </a:lnTo>
                <a:cubicBezTo>
                  <a:pt x="2299160" y="2618883"/>
                  <a:pt x="2060546" y="2609497"/>
                  <a:pt x="1777071" y="2651408"/>
                </a:cubicBezTo>
                <a:cubicBezTo>
                  <a:pt x="1499730" y="2692268"/>
                  <a:pt x="1168596" y="2661338"/>
                  <a:pt x="848582" y="2547258"/>
                </a:cubicBezTo>
                <a:cubicBezTo>
                  <a:pt x="825439" y="2539140"/>
                  <a:pt x="802892" y="2530451"/>
                  <a:pt x="780737" y="2521674"/>
                </a:cubicBezTo>
                <a:cubicBezTo>
                  <a:pt x="452050" y="2390470"/>
                  <a:pt x="147673" y="2158245"/>
                  <a:pt x="43407" y="1860386"/>
                </a:cubicBezTo>
                <a:lnTo>
                  <a:pt x="43884" y="1860867"/>
                </a:lnTo>
                <a:cubicBezTo>
                  <a:pt x="-43530" y="1610847"/>
                  <a:pt x="21207" y="1367413"/>
                  <a:pt x="53645" y="1131655"/>
                </a:cubicBezTo>
                <a:cubicBezTo>
                  <a:pt x="97535" y="816078"/>
                  <a:pt x="177357" y="511563"/>
                  <a:pt x="285337" y="215809"/>
                </a:cubicBezTo>
                <a:lnTo>
                  <a:pt x="37159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10"/>
            </p:custDataLst>
          </p:nvPr>
        </p:nvSpPr>
        <p:spPr>
          <a:xfrm>
            <a:off x="9873674" y="4106"/>
            <a:ext cx="2301236" cy="2304949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055"/>
              <a:gd name="connsiteX1-143" fmla="*/ 1974322 w 2318326"/>
              <a:gd name="connsiteY1-144" fmla="*/ 72792 h 2309055"/>
              <a:gd name="connsiteX2-145" fmla="*/ 1913511 w 2318326"/>
              <a:gd name="connsiteY2-146" fmla="*/ 253941 h 2309055"/>
              <a:gd name="connsiteX3-147" fmla="*/ 1905104 w 2318326"/>
              <a:gd name="connsiteY3-148" fmla="*/ 390386 h 2309055"/>
              <a:gd name="connsiteX4-149" fmla="*/ 2109971 w 2318326"/>
              <a:gd name="connsiteY4-150" fmla="*/ 696773 h 2309055"/>
              <a:gd name="connsiteX5-151" fmla="*/ 2289189 w 2318326"/>
              <a:gd name="connsiteY5-152" fmla="*/ 815534 h 2309055"/>
              <a:gd name="connsiteX6-153" fmla="*/ 2318326 w 2318326"/>
              <a:gd name="connsiteY6-154" fmla="*/ 832315 h 2309055"/>
              <a:gd name="connsiteX7-155" fmla="*/ 2275234 w 2318326"/>
              <a:gd name="connsiteY7-156" fmla="*/ 2309055 h 2309055"/>
              <a:gd name="connsiteX8-157" fmla="*/ 1329359 w 2318326"/>
              <a:gd name="connsiteY8-158" fmla="*/ 2185273 h 2309055"/>
              <a:gd name="connsiteX9-159" fmla="*/ 643160 w 2318326"/>
              <a:gd name="connsiteY9-160" fmla="*/ 2067039 h 2309055"/>
              <a:gd name="connsiteX10-161" fmla="*/ 593145 w 2318326"/>
              <a:gd name="connsiteY10-162" fmla="*/ 2047319 h 2309055"/>
              <a:gd name="connsiteX11-163" fmla="*/ 37525 w 2318326"/>
              <a:gd name="connsiteY11-164" fmla="*/ 1559741 h 2309055"/>
              <a:gd name="connsiteX12-165" fmla="*/ 37259 w 2318326"/>
              <a:gd name="connsiteY12-166" fmla="*/ 1559627 h 2309055"/>
              <a:gd name="connsiteX13-167" fmla="*/ 25694 w 2318326"/>
              <a:gd name="connsiteY13-168" fmla="*/ 1062994 h 2309055"/>
              <a:gd name="connsiteX14-169" fmla="*/ 243863 w 2318326"/>
              <a:gd name="connsiteY14-170" fmla="*/ 234786 h 2309055"/>
              <a:gd name="connsiteX15-171" fmla="*/ 357505 w 2318326"/>
              <a:gd name="connsiteY15-172" fmla="*/ 4106 h 2309055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314034"/>
              <a:gd name="connsiteY0-204" fmla="*/ 0 h 2309055"/>
              <a:gd name="connsiteX1-205" fmla="*/ 1974322 w 2314034"/>
              <a:gd name="connsiteY1-206" fmla="*/ 72792 h 2309055"/>
              <a:gd name="connsiteX2-207" fmla="*/ 1913511 w 2314034"/>
              <a:gd name="connsiteY2-208" fmla="*/ 253941 h 2309055"/>
              <a:gd name="connsiteX3-209" fmla="*/ 1905104 w 2314034"/>
              <a:gd name="connsiteY3-210" fmla="*/ 390386 h 2309055"/>
              <a:gd name="connsiteX4-211" fmla="*/ 2109971 w 2314034"/>
              <a:gd name="connsiteY4-212" fmla="*/ 696773 h 2309055"/>
              <a:gd name="connsiteX5-213" fmla="*/ 2275234 w 2314034"/>
              <a:gd name="connsiteY5-214" fmla="*/ 2309055 h 2309055"/>
              <a:gd name="connsiteX6-215" fmla="*/ 1329359 w 2314034"/>
              <a:gd name="connsiteY6-216" fmla="*/ 2185273 h 2309055"/>
              <a:gd name="connsiteX7-217" fmla="*/ 643160 w 2314034"/>
              <a:gd name="connsiteY7-218" fmla="*/ 2067039 h 2309055"/>
              <a:gd name="connsiteX8-219" fmla="*/ 593145 w 2314034"/>
              <a:gd name="connsiteY8-220" fmla="*/ 2047319 h 2309055"/>
              <a:gd name="connsiteX9-221" fmla="*/ 37525 w 2314034"/>
              <a:gd name="connsiteY9-222" fmla="*/ 1559741 h 2309055"/>
              <a:gd name="connsiteX10-223" fmla="*/ 37259 w 2314034"/>
              <a:gd name="connsiteY10-224" fmla="*/ 1559627 h 2309055"/>
              <a:gd name="connsiteX11-225" fmla="*/ 25694 w 2314034"/>
              <a:gd name="connsiteY11-226" fmla="*/ 1062994 h 2309055"/>
              <a:gd name="connsiteX12-227" fmla="*/ 243863 w 2314034"/>
              <a:gd name="connsiteY12-228" fmla="*/ 234786 h 2309055"/>
              <a:gd name="connsiteX13-229" fmla="*/ 357505 w 2314034"/>
              <a:gd name="connsiteY13-230" fmla="*/ 4106 h 2309055"/>
              <a:gd name="connsiteX0-231" fmla="*/ 1994876 w 2289845"/>
              <a:gd name="connsiteY0-232" fmla="*/ 0 h 2309055"/>
              <a:gd name="connsiteX1-233" fmla="*/ 1974322 w 2289845"/>
              <a:gd name="connsiteY1-234" fmla="*/ 72792 h 2309055"/>
              <a:gd name="connsiteX2-235" fmla="*/ 1913511 w 2289845"/>
              <a:gd name="connsiteY2-236" fmla="*/ 253941 h 2309055"/>
              <a:gd name="connsiteX3-237" fmla="*/ 1905104 w 2289845"/>
              <a:gd name="connsiteY3-238" fmla="*/ 390386 h 2309055"/>
              <a:gd name="connsiteX4-239" fmla="*/ 2275234 w 2289845"/>
              <a:gd name="connsiteY4-240" fmla="*/ 2309055 h 2309055"/>
              <a:gd name="connsiteX5-241" fmla="*/ 1329359 w 2289845"/>
              <a:gd name="connsiteY5-242" fmla="*/ 2185273 h 2309055"/>
              <a:gd name="connsiteX6-243" fmla="*/ 643160 w 2289845"/>
              <a:gd name="connsiteY6-244" fmla="*/ 2067039 h 2309055"/>
              <a:gd name="connsiteX7-245" fmla="*/ 593145 w 2289845"/>
              <a:gd name="connsiteY7-246" fmla="*/ 2047319 h 2309055"/>
              <a:gd name="connsiteX8-247" fmla="*/ 37525 w 2289845"/>
              <a:gd name="connsiteY8-248" fmla="*/ 1559741 h 2309055"/>
              <a:gd name="connsiteX9-249" fmla="*/ 37259 w 2289845"/>
              <a:gd name="connsiteY9-250" fmla="*/ 1559627 h 2309055"/>
              <a:gd name="connsiteX10-251" fmla="*/ 25694 w 2289845"/>
              <a:gd name="connsiteY10-252" fmla="*/ 1062994 h 2309055"/>
              <a:gd name="connsiteX11-253" fmla="*/ 243863 w 2289845"/>
              <a:gd name="connsiteY11-254" fmla="*/ 234786 h 2309055"/>
              <a:gd name="connsiteX12-255" fmla="*/ 357505 w 2289845"/>
              <a:gd name="connsiteY12-256" fmla="*/ 4106 h 2309055"/>
              <a:gd name="connsiteX0-257" fmla="*/ 1994876 w 2290158"/>
              <a:gd name="connsiteY0-258" fmla="*/ 0 h 2309055"/>
              <a:gd name="connsiteX1-259" fmla="*/ 1974322 w 2290158"/>
              <a:gd name="connsiteY1-260" fmla="*/ 72792 h 2309055"/>
              <a:gd name="connsiteX2-261" fmla="*/ 1913511 w 2290158"/>
              <a:gd name="connsiteY2-262" fmla="*/ 253941 h 2309055"/>
              <a:gd name="connsiteX3-263" fmla="*/ 2275234 w 2290158"/>
              <a:gd name="connsiteY3-264" fmla="*/ 2309055 h 2309055"/>
              <a:gd name="connsiteX4-265" fmla="*/ 1329359 w 2290158"/>
              <a:gd name="connsiteY4-266" fmla="*/ 2185273 h 2309055"/>
              <a:gd name="connsiteX5-267" fmla="*/ 643160 w 2290158"/>
              <a:gd name="connsiteY5-268" fmla="*/ 2067039 h 2309055"/>
              <a:gd name="connsiteX6-269" fmla="*/ 593145 w 2290158"/>
              <a:gd name="connsiteY6-270" fmla="*/ 2047319 h 2309055"/>
              <a:gd name="connsiteX7-271" fmla="*/ 37525 w 2290158"/>
              <a:gd name="connsiteY7-272" fmla="*/ 1559741 h 2309055"/>
              <a:gd name="connsiteX8-273" fmla="*/ 37259 w 2290158"/>
              <a:gd name="connsiteY8-274" fmla="*/ 1559627 h 2309055"/>
              <a:gd name="connsiteX9-275" fmla="*/ 25694 w 2290158"/>
              <a:gd name="connsiteY9-276" fmla="*/ 1062994 h 2309055"/>
              <a:gd name="connsiteX10-277" fmla="*/ 243863 w 2290158"/>
              <a:gd name="connsiteY10-278" fmla="*/ 234786 h 2309055"/>
              <a:gd name="connsiteX11-279" fmla="*/ 357505 w 2290158"/>
              <a:gd name="connsiteY11-280" fmla="*/ 4106 h 2309055"/>
              <a:gd name="connsiteX0-281" fmla="*/ 1994876 w 2295095"/>
              <a:gd name="connsiteY0-282" fmla="*/ 0 h 2309055"/>
              <a:gd name="connsiteX1-283" fmla="*/ 1974322 w 2295095"/>
              <a:gd name="connsiteY1-284" fmla="*/ 72792 h 2309055"/>
              <a:gd name="connsiteX2-285" fmla="*/ 2275234 w 2295095"/>
              <a:gd name="connsiteY2-286" fmla="*/ 2309055 h 2309055"/>
              <a:gd name="connsiteX3-287" fmla="*/ 1329359 w 2295095"/>
              <a:gd name="connsiteY3-288" fmla="*/ 2185273 h 2309055"/>
              <a:gd name="connsiteX4-289" fmla="*/ 643160 w 2295095"/>
              <a:gd name="connsiteY4-290" fmla="*/ 2067039 h 2309055"/>
              <a:gd name="connsiteX5-291" fmla="*/ 593145 w 2295095"/>
              <a:gd name="connsiteY5-292" fmla="*/ 2047319 h 2309055"/>
              <a:gd name="connsiteX6-293" fmla="*/ 37525 w 2295095"/>
              <a:gd name="connsiteY6-294" fmla="*/ 1559741 h 2309055"/>
              <a:gd name="connsiteX7-295" fmla="*/ 37259 w 2295095"/>
              <a:gd name="connsiteY7-296" fmla="*/ 1559627 h 2309055"/>
              <a:gd name="connsiteX8-297" fmla="*/ 25694 w 2295095"/>
              <a:gd name="connsiteY8-298" fmla="*/ 1062994 h 2309055"/>
              <a:gd name="connsiteX9-299" fmla="*/ 243863 w 2295095"/>
              <a:gd name="connsiteY9-300" fmla="*/ 234786 h 2309055"/>
              <a:gd name="connsiteX10-301" fmla="*/ 357505 w 2295095"/>
              <a:gd name="connsiteY10-302" fmla="*/ 4106 h 2309055"/>
              <a:gd name="connsiteX0-303" fmla="*/ 1994876 w 2275234"/>
              <a:gd name="connsiteY0-304" fmla="*/ 0 h 2309055"/>
              <a:gd name="connsiteX1-305" fmla="*/ 2275234 w 2275234"/>
              <a:gd name="connsiteY1-306" fmla="*/ 2309055 h 2309055"/>
              <a:gd name="connsiteX2-307" fmla="*/ 1329359 w 2275234"/>
              <a:gd name="connsiteY2-308" fmla="*/ 2185273 h 2309055"/>
              <a:gd name="connsiteX3-309" fmla="*/ 643160 w 2275234"/>
              <a:gd name="connsiteY3-310" fmla="*/ 2067039 h 2309055"/>
              <a:gd name="connsiteX4-311" fmla="*/ 593145 w 2275234"/>
              <a:gd name="connsiteY4-312" fmla="*/ 2047319 h 2309055"/>
              <a:gd name="connsiteX5-313" fmla="*/ 37525 w 2275234"/>
              <a:gd name="connsiteY5-314" fmla="*/ 1559741 h 2309055"/>
              <a:gd name="connsiteX6-315" fmla="*/ 37259 w 2275234"/>
              <a:gd name="connsiteY6-316" fmla="*/ 1559627 h 2309055"/>
              <a:gd name="connsiteX7-317" fmla="*/ 25694 w 2275234"/>
              <a:gd name="connsiteY7-318" fmla="*/ 1062994 h 2309055"/>
              <a:gd name="connsiteX8-319" fmla="*/ 243863 w 2275234"/>
              <a:gd name="connsiteY8-320" fmla="*/ 234786 h 2309055"/>
              <a:gd name="connsiteX9-321" fmla="*/ 357505 w 2275234"/>
              <a:gd name="connsiteY9-322" fmla="*/ 4106 h 2309055"/>
              <a:gd name="connsiteX0-323" fmla="*/ 2275234 w 2275234"/>
              <a:gd name="connsiteY0-324" fmla="*/ 2304949 h 2304949"/>
              <a:gd name="connsiteX1-325" fmla="*/ 1329359 w 2275234"/>
              <a:gd name="connsiteY1-326" fmla="*/ 2181167 h 2304949"/>
              <a:gd name="connsiteX2-327" fmla="*/ 643160 w 2275234"/>
              <a:gd name="connsiteY2-328" fmla="*/ 2062933 h 2304949"/>
              <a:gd name="connsiteX3-329" fmla="*/ 593145 w 2275234"/>
              <a:gd name="connsiteY3-330" fmla="*/ 2043213 h 2304949"/>
              <a:gd name="connsiteX4-331" fmla="*/ 37525 w 2275234"/>
              <a:gd name="connsiteY4-332" fmla="*/ 1555635 h 2304949"/>
              <a:gd name="connsiteX5-333" fmla="*/ 37259 w 2275234"/>
              <a:gd name="connsiteY5-334" fmla="*/ 1555521 h 2304949"/>
              <a:gd name="connsiteX6-335" fmla="*/ 25694 w 2275234"/>
              <a:gd name="connsiteY6-336" fmla="*/ 1058888 h 2304949"/>
              <a:gd name="connsiteX7-337" fmla="*/ 243863 w 2275234"/>
              <a:gd name="connsiteY7-338" fmla="*/ 230680 h 2304949"/>
              <a:gd name="connsiteX8-339" fmla="*/ 357505 w 2275234"/>
              <a:gd name="connsiteY8-340" fmla="*/ 0 h 2304949"/>
              <a:gd name="connsiteX0-341" fmla="*/ 2301236 w 2301236"/>
              <a:gd name="connsiteY0-342" fmla="*/ 2304949 h 2304949"/>
              <a:gd name="connsiteX1-343" fmla="*/ 1329359 w 2301236"/>
              <a:gd name="connsiteY1-344" fmla="*/ 2181167 h 2304949"/>
              <a:gd name="connsiteX2-345" fmla="*/ 643160 w 2301236"/>
              <a:gd name="connsiteY2-346" fmla="*/ 2062933 h 2304949"/>
              <a:gd name="connsiteX3-347" fmla="*/ 593145 w 2301236"/>
              <a:gd name="connsiteY3-348" fmla="*/ 2043213 h 2304949"/>
              <a:gd name="connsiteX4-349" fmla="*/ 37525 w 2301236"/>
              <a:gd name="connsiteY4-350" fmla="*/ 1555635 h 2304949"/>
              <a:gd name="connsiteX5-351" fmla="*/ 37259 w 2301236"/>
              <a:gd name="connsiteY5-352" fmla="*/ 1555521 h 2304949"/>
              <a:gd name="connsiteX6-353" fmla="*/ 25694 w 2301236"/>
              <a:gd name="connsiteY6-354" fmla="*/ 1058888 h 2304949"/>
              <a:gd name="connsiteX7-355" fmla="*/ 243863 w 2301236"/>
              <a:gd name="connsiteY7-356" fmla="*/ 230680 h 2304949"/>
              <a:gd name="connsiteX8-357" fmla="*/ 357505 w 2301236"/>
              <a:gd name="connsiteY8-358" fmla="*/ 0 h 23049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301236" h="2304949">
                <a:moveTo>
                  <a:pt x="2301236" y="2304949"/>
                </a:moveTo>
                <a:cubicBezTo>
                  <a:pt x="1910410" y="2279833"/>
                  <a:pt x="1605705" y="2221503"/>
                  <a:pt x="1329359" y="2181167"/>
                </a:cubicBezTo>
                <a:cubicBezTo>
                  <a:pt x="1053013" y="2140831"/>
                  <a:pt x="879071" y="2151593"/>
                  <a:pt x="643160" y="2062933"/>
                </a:cubicBezTo>
                <a:cubicBezTo>
                  <a:pt x="626332" y="2056727"/>
                  <a:pt x="609415" y="2049951"/>
                  <a:pt x="593145" y="2043213"/>
                </a:cubicBezTo>
                <a:cubicBezTo>
                  <a:pt x="350183" y="1942584"/>
                  <a:pt x="122338" y="1775992"/>
                  <a:pt x="37525" y="1555635"/>
                </a:cubicBezTo>
                <a:lnTo>
                  <a:pt x="37259" y="1555521"/>
                </a:lnTo>
                <a:cubicBezTo>
                  <a:pt x="-27910" y="1386244"/>
                  <a:pt x="8713" y="1220329"/>
                  <a:pt x="25694" y="1058888"/>
                </a:cubicBezTo>
                <a:cubicBezTo>
                  <a:pt x="56522" y="771481"/>
                  <a:pt x="137162" y="496954"/>
                  <a:pt x="243863" y="230680"/>
                </a:cubicBezTo>
                <a:cubicBezTo>
                  <a:pt x="264423" y="179330"/>
                  <a:pt x="331247" y="50290"/>
                  <a:pt x="357505" y="0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11"/>
            </p:custDataLst>
          </p:nvPr>
        </p:nvSpPr>
        <p:spPr>
          <a:xfrm>
            <a:off x="10270195" y="150307"/>
            <a:ext cx="1921805" cy="1641998"/>
          </a:xfrm>
          <a:custGeom>
            <a:avLst/>
            <a:gdLst>
              <a:gd name="connsiteX0" fmla="*/ 774866 w 1921805"/>
              <a:gd name="connsiteY0" fmla="*/ 2241 h 1641998"/>
              <a:gd name="connsiteX1" fmla="*/ 1047527 w 1921805"/>
              <a:gd name="connsiteY1" fmla="*/ 152145 h 1641998"/>
              <a:gd name="connsiteX2" fmla="*/ 1075502 w 1921805"/>
              <a:gd name="connsiteY2" fmla="*/ 321006 h 1641998"/>
              <a:gd name="connsiteX3" fmla="*/ 1772696 w 1921805"/>
              <a:gd name="connsiteY3" fmla="*/ 1035216 h 1641998"/>
              <a:gd name="connsiteX4" fmla="*/ 1869580 w 1921805"/>
              <a:gd name="connsiteY4" fmla="*/ 1100793 h 1641998"/>
              <a:gd name="connsiteX5" fmla="*/ 1921805 w 1921805"/>
              <a:gd name="connsiteY5" fmla="*/ 1156141 h 1641998"/>
              <a:gd name="connsiteX6" fmla="*/ 1921805 w 1921805"/>
              <a:gd name="connsiteY6" fmla="*/ 1548176 h 1641998"/>
              <a:gd name="connsiteX7" fmla="*/ 1887911 w 1921805"/>
              <a:gd name="connsiteY7" fmla="*/ 1577770 h 1641998"/>
              <a:gd name="connsiteX8" fmla="*/ 1778352 w 1921805"/>
              <a:gd name="connsiteY8" fmla="*/ 1624888 h 1641998"/>
              <a:gd name="connsiteX9" fmla="*/ 978300 w 1921805"/>
              <a:gd name="connsiteY9" fmla="*/ 1442819 h 1641998"/>
              <a:gd name="connsiteX10" fmla="*/ 978211 w 1921805"/>
              <a:gd name="connsiteY10" fmla="*/ 1443363 h 1641998"/>
              <a:gd name="connsiteX11" fmla="*/ 163791 w 1921805"/>
              <a:gd name="connsiteY11" fmla="*/ 1192912 h 1641998"/>
              <a:gd name="connsiteX12" fmla="*/ 1407 w 1921805"/>
              <a:gd name="connsiteY12" fmla="*/ 836369 h 1641998"/>
              <a:gd name="connsiteX13" fmla="*/ 660164 w 1921805"/>
              <a:gd name="connsiteY13" fmla="*/ 4928 h 1641998"/>
              <a:gd name="connsiteX14" fmla="*/ 774866 w 1921805"/>
              <a:gd name="connsiteY14" fmla="*/ 2241 h 1641998"/>
              <a:gd name="connsiteX0-1" fmla="*/ 1921805 w 2013245"/>
              <a:gd name="connsiteY0-2" fmla="*/ 1156141 h 1641998"/>
              <a:gd name="connsiteX1-3" fmla="*/ 1921805 w 2013245"/>
              <a:gd name="connsiteY1-4" fmla="*/ 1548176 h 1641998"/>
              <a:gd name="connsiteX2-5" fmla="*/ 1887911 w 2013245"/>
              <a:gd name="connsiteY2-6" fmla="*/ 1577770 h 1641998"/>
              <a:gd name="connsiteX3-7" fmla="*/ 1778352 w 2013245"/>
              <a:gd name="connsiteY3-8" fmla="*/ 1624888 h 1641998"/>
              <a:gd name="connsiteX4-9" fmla="*/ 978300 w 2013245"/>
              <a:gd name="connsiteY4-10" fmla="*/ 1442819 h 1641998"/>
              <a:gd name="connsiteX5-11" fmla="*/ 978211 w 2013245"/>
              <a:gd name="connsiteY5-12" fmla="*/ 1443363 h 1641998"/>
              <a:gd name="connsiteX6-13" fmla="*/ 163791 w 2013245"/>
              <a:gd name="connsiteY6-14" fmla="*/ 1192912 h 1641998"/>
              <a:gd name="connsiteX7-15" fmla="*/ 1407 w 2013245"/>
              <a:gd name="connsiteY7-16" fmla="*/ 836369 h 1641998"/>
              <a:gd name="connsiteX8-17" fmla="*/ 660164 w 2013245"/>
              <a:gd name="connsiteY8-18" fmla="*/ 4928 h 1641998"/>
              <a:gd name="connsiteX9-19" fmla="*/ 774866 w 2013245"/>
              <a:gd name="connsiteY9-20" fmla="*/ 2241 h 1641998"/>
              <a:gd name="connsiteX10-21" fmla="*/ 1047527 w 2013245"/>
              <a:gd name="connsiteY10-22" fmla="*/ 152145 h 1641998"/>
              <a:gd name="connsiteX11-23" fmla="*/ 1075502 w 2013245"/>
              <a:gd name="connsiteY11-24" fmla="*/ 321006 h 1641998"/>
              <a:gd name="connsiteX12-25" fmla="*/ 1772696 w 2013245"/>
              <a:gd name="connsiteY12-26" fmla="*/ 1035216 h 1641998"/>
              <a:gd name="connsiteX13-27" fmla="*/ 1869580 w 2013245"/>
              <a:gd name="connsiteY13-28" fmla="*/ 1100793 h 1641998"/>
              <a:gd name="connsiteX14-29" fmla="*/ 2013245 w 2013245"/>
              <a:gd name="connsiteY14-30" fmla="*/ 1247581 h 1641998"/>
              <a:gd name="connsiteX0-31" fmla="*/ 1921805 w 2013245"/>
              <a:gd name="connsiteY0-32" fmla="*/ 1548176 h 1641998"/>
              <a:gd name="connsiteX1-33" fmla="*/ 1887911 w 2013245"/>
              <a:gd name="connsiteY1-34" fmla="*/ 1577770 h 1641998"/>
              <a:gd name="connsiteX2-35" fmla="*/ 1778352 w 2013245"/>
              <a:gd name="connsiteY2-36" fmla="*/ 1624888 h 1641998"/>
              <a:gd name="connsiteX3-37" fmla="*/ 978300 w 2013245"/>
              <a:gd name="connsiteY3-38" fmla="*/ 1442819 h 1641998"/>
              <a:gd name="connsiteX4-39" fmla="*/ 978211 w 2013245"/>
              <a:gd name="connsiteY4-40" fmla="*/ 1443363 h 1641998"/>
              <a:gd name="connsiteX5-41" fmla="*/ 163791 w 2013245"/>
              <a:gd name="connsiteY5-42" fmla="*/ 1192912 h 1641998"/>
              <a:gd name="connsiteX6-43" fmla="*/ 1407 w 2013245"/>
              <a:gd name="connsiteY6-44" fmla="*/ 836369 h 1641998"/>
              <a:gd name="connsiteX7-45" fmla="*/ 660164 w 2013245"/>
              <a:gd name="connsiteY7-46" fmla="*/ 4928 h 1641998"/>
              <a:gd name="connsiteX8-47" fmla="*/ 774866 w 2013245"/>
              <a:gd name="connsiteY8-48" fmla="*/ 2241 h 1641998"/>
              <a:gd name="connsiteX9-49" fmla="*/ 1047527 w 2013245"/>
              <a:gd name="connsiteY9-50" fmla="*/ 152145 h 1641998"/>
              <a:gd name="connsiteX10-51" fmla="*/ 1075502 w 2013245"/>
              <a:gd name="connsiteY10-52" fmla="*/ 321006 h 1641998"/>
              <a:gd name="connsiteX11-53" fmla="*/ 1772696 w 2013245"/>
              <a:gd name="connsiteY11-54" fmla="*/ 1035216 h 1641998"/>
              <a:gd name="connsiteX12-55" fmla="*/ 1869580 w 2013245"/>
              <a:gd name="connsiteY12-56" fmla="*/ 1100793 h 1641998"/>
              <a:gd name="connsiteX13-57" fmla="*/ 2013245 w 2013245"/>
              <a:gd name="connsiteY13-58" fmla="*/ 1247581 h 1641998"/>
              <a:gd name="connsiteX0-59" fmla="*/ 1921805 w 1921805"/>
              <a:gd name="connsiteY0-60" fmla="*/ 1548176 h 1641998"/>
              <a:gd name="connsiteX1-61" fmla="*/ 1887911 w 1921805"/>
              <a:gd name="connsiteY1-62" fmla="*/ 1577770 h 1641998"/>
              <a:gd name="connsiteX2-63" fmla="*/ 1778352 w 1921805"/>
              <a:gd name="connsiteY2-64" fmla="*/ 1624888 h 1641998"/>
              <a:gd name="connsiteX3-65" fmla="*/ 978300 w 1921805"/>
              <a:gd name="connsiteY3-66" fmla="*/ 1442819 h 1641998"/>
              <a:gd name="connsiteX4-67" fmla="*/ 978211 w 1921805"/>
              <a:gd name="connsiteY4-68" fmla="*/ 1443363 h 1641998"/>
              <a:gd name="connsiteX5-69" fmla="*/ 163791 w 1921805"/>
              <a:gd name="connsiteY5-70" fmla="*/ 1192912 h 1641998"/>
              <a:gd name="connsiteX6-71" fmla="*/ 1407 w 1921805"/>
              <a:gd name="connsiteY6-72" fmla="*/ 836369 h 1641998"/>
              <a:gd name="connsiteX7-73" fmla="*/ 660164 w 1921805"/>
              <a:gd name="connsiteY7-74" fmla="*/ 4928 h 1641998"/>
              <a:gd name="connsiteX8-75" fmla="*/ 774866 w 1921805"/>
              <a:gd name="connsiteY8-76" fmla="*/ 2241 h 1641998"/>
              <a:gd name="connsiteX9-77" fmla="*/ 1047527 w 1921805"/>
              <a:gd name="connsiteY9-78" fmla="*/ 152145 h 1641998"/>
              <a:gd name="connsiteX10-79" fmla="*/ 1075502 w 1921805"/>
              <a:gd name="connsiteY10-80" fmla="*/ 321006 h 1641998"/>
              <a:gd name="connsiteX11-81" fmla="*/ 1772696 w 1921805"/>
              <a:gd name="connsiteY11-82" fmla="*/ 1035216 h 1641998"/>
              <a:gd name="connsiteX12-83" fmla="*/ 1869580 w 1921805"/>
              <a:gd name="connsiteY12-84" fmla="*/ 1100793 h 1641998"/>
              <a:gd name="connsiteX0-85" fmla="*/ 1921805 w 1949547"/>
              <a:gd name="connsiteY0-86" fmla="*/ 1548176 h 1641998"/>
              <a:gd name="connsiteX1-87" fmla="*/ 1887911 w 1949547"/>
              <a:gd name="connsiteY1-88" fmla="*/ 1577770 h 1641998"/>
              <a:gd name="connsiteX2-89" fmla="*/ 1778352 w 1949547"/>
              <a:gd name="connsiteY2-90" fmla="*/ 1624888 h 1641998"/>
              <a:gd name="connsiteX3-91" fmla="*/ 978300 w 1949547"/>
              <a:gd name="connsiteY3-92" fmla="*/ 1442819 h 1641998"/>
              <a:gd name="connsiteX4-93" fmla="*/ 978211 w 1949547"/>
              <a:gd name="connsiteY4-94" fmla="*/ 1443363 h 1641998"/>
              <a:gd name="connsiteX5-95" fmla="*/ 163791 w 1949547"/>
              <a:gd name="connsiteY5-96" fmla="*/ 1192912 h 1641998"/>
              <a:gd name="connsiteX6-97" fmla="*/ 1407 w 1949547"/>
              <a:gd name="connsiteY6-98" fmla="*/ 836369 h 1641998"/>
              <a:gd name="connsiteX7-99" fmla="*/ 660164 w 1949547"/>
              <a:gd name="connsiteY7-100" fmla="*/ 4928 h 1641998"/>
              <a:gd name="connsiteX8-101" fmla="*/ 774866 w 1949547"/>
              <a:gd name="connsiteY8-102" fmla="*/ 2241 h 1641998"/>
              <a:gd name="connsiteX9-103" fmla="*/ 1047527 w 1949547"/>
              <a:gd name="connsiteY9-104" fmla="*/ 152145 h 1641998"/>
              <a:gd name="connsiteX10-105" fmla="*/ 1075502 w 1949547"/>
              <a:gd name="connsiteY10-106" fmla="*/ 321006 h 1641998"/>
              <a:gd name="connsiteX11-107" fmla="*/ 1772696 w 1949547"/>
              <a:gd name="connsiteY11-108" fmla="*/ 1035216 h 1641998"/>
              <a:gd name="connsiteX12-109" fmla="*/ 1949547 w 1949547"/>
              <a:gd name="connsiteY12-110" fmla="*/ 1170329 h 1641998"/>
              <a:gd name="connsiteX0-111" fmla="*/ 1921805 w 1921805"/>
              <a:gd name="connsiteY0-112" fmla="*/ 1548176 h 1641998"/>
              <a:gd name="connsiteX1-113" fmla="*/ 1887911 w 1921805"/>
              <a:gd name="connsiteY1-114" fmla="*/ 1577770 h 1641998"/>
              <a:gd name="connsiteX2-115" fmla="*/ 1778352 w 1921805"/>
              <a:gd name="connsiteY2-116" fmla="*/ 1624888 h 1641998"/>
              <a:gd name="connsiteX3-117" fmla="*/ 978300 w 1921805"/>
              <a:gd name="connsiteY3-118" fmla="*/ 1442819 h 1641998"/>
              <a:gd name="connsiteX4-119" fmla="*/ 978211 w 1921805"/>
              <a:gd name="connsiteY4-120" fmla="*/ 1443363 h 1641998"/>
              <a:gd name="connsiteX5-121" fmla="*/ 163791 w 1921805"/>
              <a:gd name="connsiteY5-122" fmla="*/ 1192912 h 1641998"/>
              <a:gd name="connsiteX6-123" fmla="*/ 1407 w 1921805"/>
              <a:gd name="connsiteY6-124" fmla="*/ 836369 h 1641998"/>
              <a:gd name="connsiteX7-125" fmla="*/ 660164 w 1921805"/>
              <a:gd name="connsiteY7-126" fmla="*/ 4928 h 1641998"/>
              <a:gd name="connsiteX8-127" fmla="*/ 774866 w 1921805"/>
              <a:gd name="connsiteY8-128" fmla="*/ 2241 h 1641998"/>
              <a:gd name="connsiteX9-129" fmla="*/ 1047527 w 1921805"/>
              <a:gd name="connsiteY9-130" fmla="*/ 152145 h 1641998"/>
              <a:gd name="connsiteX10-131" fmla="*/ 1075502 w 1921805"/>
              <a:gd name="connsiteY10-132" fmla="*/ 321006 h 1641998"/>
              <a:gd name="connsiteX11-133" fmla="*/ 1772696 w 1921805"/>
              <a:gd name="connsiteY11-134" fmla="*/ 1035216 h 1641998"/>
              <a:gd name="connsiteX12-135" fmla="*/ 1918256 w 1921805"/>
              <a:gd name="connsiteY12-136" fmla="*/ 1125130 h 1641998"/>
              <a:gd name="connsiteX0-137" fmla="*/ 1921805 w 1921805"/>
              <a:gd name="connsiteY0-138" fmla="*/ 1548176 h 1641998"/>
              <a:gd name="connsiteX1-139" fmla="*/ 1887911 w 1921805"/>
              <a:gd name="connsiteY1-140" fmla="*/ 1577770 h 1641998"/>
              <a:gd name="connsiteX2-141" fmla="*/ 1778352 w 1921805"/>
              <a:gd name="connsiteY2-142" fmla="*/ 1624888 h 1641998"/>
              <a:gd name="connsiteX3-143" fmla="*/ 978300 w 1921805"/>
              <a:gd name="connsiteY3-144" fmla="*/ 1442819 h 1641998"/>
              <a:gd name="connsiteX4-145" fmla="*/ 978211 w 1921805"/>
              <a:gd name="connsiteY4-146" fmla="*/ 1443363 h 1641998"/>
              <a:gd name="connsiteX5-147" fmla="*/ 163791 w 1921805"/>
              <a:gd name="connsiteY5-148" fmla="*/ 1192912 h 1641998"/>
              <a:gd name="connsiteX6-149" fmla="*/ 1407 w 1921805"/>
              <a:gd name="connsiteY6-150" fmla="*/ 836369 h 1641998"/>
              <a:gd name="connsiteX7-151" fmla="*/ 660164 w 1921805"/>
              <a:gd name="connsiteY7-152" fmla="*/ 4928 h 1641998"/>
              <a:gd name="connsiteX8-153" fmla="*/ 774866 w 1921805"/>
              <a:gd name="connsiteY8-154" fmla="*/ 2241 h 1641998"/>
              <a:gd name="connsiteX9-155" fmla="*/ 1047527 w 1921805"/>
              <a:gd name="connsiteY9-156" fmla="*/ 152145 h 1641998"/>
              <a:gd name="connsiteX10-157" fmla="*/ 1075502 w 1921805"/>
              <a:gd name="connsiteY10-158" fmla="*/ 321006 h 1641998"/>
              <a:gd name="connsiteX11-159" fmla="*/ 1772696 w 1921805"/>
              <a:gd name="connsiteY11-160" fmla="*/ 1035216 h 1641998"/>
              <a:gd name="connsiteX12-161" fmla="*/ 1921733 w 1921805"/>
              <a:gd name="connsiteY12-162" fmla="*/ 1156421 h 1641998"/>
              <a:gd name="connsiteX0-163" fmla="*/ 1921805 w 1921805"/>
              <a:gd name="connsiteY0-164" fmla="*/ 1548176 h 1641998"/>
              <a:gd name="connsiteX1-165" fmla="*/ 1887911 w 1921805"/>
              <a:gd name="connsiteY1-166" fmla="*/ 1577770 h 1641998"/>
              <a:gd name="connsiteX2-167" fmla="*/ 1778352 w 1921805"/>
              <a:gd name="connsiteY2-168" fmla="*/ 1624888 h 1641998"/>
              <a:gd name="connsiteX3-169" fmla="*/ 978300 w 1921805"/>
              <a:gd name="connsiteY3-170" fmla="*/ 1442819 h 1641998"/>
              <a:gd name="connsiteX4-171" fmla="*/ 978211 w 1921805"/>
              <a:gd name="connsiteY4-172" fmla="*/ 1443363 h 1641998"/>
              <a:gd name="connsiteX5-173" fmla="*/ 163791 w 1921805"/>
              <a:gd name="connsiteY5-174" fmla="*/ 1192912 h 1641998"/>
              <a:gd name="connsiteX6-175" fmla="*/ 1407 w 1921805"/>
              <a:gd name="connsiteY6-176" fmla="*/ 836369 h 1641998"/>
              <a:gd name="connsiteX7-177" fmla="*/ 660164 w 1921805"/>
              <a:gd name="connsiteY7-178" fmla="*/ 4928 h 1641998"/>
              <a:gd name="connsiteX8-179" fmla="*/ 774866 w 1921805"/>
              <a:gd name="connsiteY8-180" fmla="*/ 2241 h 1641998"/>
              <a:gd name="connsiteX9-181" fmla="*/ 1047527 w 1921805"/>
              <a:gd name="connsiteY9-182" fmla="*/ 152145 h 1641998"/>
              <a:gd name="connsiteX10-183" fmla="*/ 1075502 w 1921805"/>
              <a:gd name="connsiteY10-184" fmla="*/ 321006 h 1641998"/>
              <a:gd name="connsiteX11-185" fmla="*/ 1772696 w 1921805"/>
              <a:gd name="connsiteY11-186" fmla="*/ 1035216 h 1641998"/>
              <a:gd name="connsiteX12-187" fmla="*/ 1921733 w 1921805"/>
              <a:gd name="connsiteY12-188" fmla="*/ 1156421 h 1641998"/>
              <a:gd name="connsiteX0-189" fmla="*/ 1921805 w 1921805"/>
              <a:gd name="connsiteY0-190" fmla="*/ 1548176 h 1641998"/>
              <a:gd name="connsiteX1-191" fmla="*/ 1887911 w 1921805"/>
              <a:gd name="connsiteY1-192" fmla="*/ 1577770 h 1641998"/>
              <a:gd name="connsiteX2-193" fmla="*/ 1778352 w 1921805"/>
              <a:gd name="connsiteY2-194" fmla="*/ 1624888 h 1641998"/>
              <a:gd name="connsiteX3-195" fmla="*/ 978300 w 1921805"/>
              <a:gd name="connsiteY3-196" fmla="*/ 1442819 h 1641998"/>
              <a:gd name="connsiteX4-197" fmla="*/ 978211 w 1921805"/>
              <a:gd name="connsiteY4-198" fmla="*/ 1443363 h 1641998"/>
              <a:gd name="connsiteX5-199" fmla="*/ 163791 w 1921805"/>
              <a:gd name="connsiteY5-200" fmla="*/ 1192912 h 1641998"/>
              <a:gd name="connsiteX6-201" fmla="*/ 1407 w 1921805"/>
              <a:gd name="connsiteY6-202" fmla="*/ 836369 h 1641998"/>
              <a:gd name="connsiteX7-203" fmla="*/ 660164 w 1921805"/>
              <a:gd name="connsiteY7-204" fmla="*/ 4928 h 1641998"/>
              <a:gd name="connsiteX8-205" fmla="*/ 774866 w 1921805"/>
              <a:gd name="connsiteY8-206" fmla="*/ 2241 h 1641998"/>
              <a:gd name="connsiteX9-207" fmla="*/ 1047527 w 1921805"/>
              <a:gd name="connsiteY9-208" fmla="*/ 152145 h 1641998"/>
              <a:gd name="connsiteX10-209" fmla="*/ 1075502 w 1921805"/>
              <a:gd name="connsiteY10-210" fmla="*/ 321006 h 1641998"/>
              <a:gd name="connsiteX11-211" fmla="*/ 1772696 w 1921805"/>
              <a:gd name="connsiteY11-212" fmla="*/ 1035216 h 1641998"/>
              <a:gd name="connsiteX12-213" fmla="*/ 1921733 w 1921805"/>
              <a:gd name="connsiteY12-214" fmla="*/ 1156421 h 1641998"/>
              <a:gd name="connsiteX0-215" fmla="*/ 1921805 w 1921805"/>
              <a:gd name="connsiteY0-216" fmla="*/ 1548176 h 1641998"/>
              <a:gd name="connsiteX1-217" fmla="*/ 1887911 w 1921805"/>
              <a:gd name="connsiteY1-218" fmla="*/ 1577770 h 1641998"/>
              <a:gd name="connsiteX2-219" fmla="*/ 1778352 w 1921805"/>
              <a:gd name="connsiteY2-220" fmla="*/ 1624888 h 1641998"/>
              <a:gd name="connsiteX3-221" fmla="*/ 978300 w 1921805"/>
              <a:gd name="connsiteY3-222" fmla="*/ 1442819 h 1641998"/>
              <a:gd name="connsiteX4-223" fmla="*/ 978211 w 1921805"/>
              <a:gd name="connsiteY4-224" fmla="*/ 1443363 h 1641998"/>
              <a:gd name="connsiteX5-225" fmla="*/ 163791 w 1921805"/>
              <a:gd name="connsiteY5-226" fmla="*/ 1192912 h 1641998"/>
              <a:gd name="connsiteX6-227" fmla="*/ 1407 w 1921805"/>
              <a:gd name="connsiteY6-228" fmla="*/ 836369 h 1641998"/>
              <a:gd name="connsiteX7-229" fmla="*/ 660164 w 1921805"/>
              <a:gd name="connsiteY7-230" fmla="*/ 4928 h 1641998"/>
              <a:gd name="connsiteX8-231" fmla="*/ 774866 w 1921805"/>
              <a:gd name="connsiteY8-232" fmla="*/ 2241 h 1641998"/>
              <a:gd name="connsiteX9-233" fmla="*/ 1047527 w 1921805"/>
              <a:gd name="connsiteY9-234" fmla="*/ 152145 h 1641998"/>
              <a:gd name="connsiteX10-235" fmla="*/ 1075502 w 1921805"/>
              <a:gd name="connsiteY10-236" fmla="*/ 321006 h 1641998"/>
              <a:gd name="connsiteX11-237" fmla="*/ 1772696 w 1921805"/>
              <a:gd name="connsiteY11-238" fmla="*/ 1035216 h 1641998"/>
              <a:gd name="connsiteX12-239" fmla="*/ 1911303 w 1921805"/>
              <a:gd name="connsiteY12-240" fmla="*/ 1145991 h 1641998"/>
              <a:gd name="connsiteX0-241" fmla="*/ 1921805 w 1921805"/>
              <a:gd name="connsiteY0-242" fmla="*/ 1548176 h 1641998"/>
              <a:gd name="connsiteX1-243" fmla="*/ 1887911 w 1921805"/>
              <a:gd name="connsiteY1-244" fmla="*/ 1577770 h 1641998"/>
              <a:gd name="connsiteX2-245" fmla="*/ 1778352 w 1921805"/>
              <a:gd name="connsiteY2-246" fmla="*/ 1624888 h 1641998"/>
              <a:gd name="connsiteX3-247" fmla="*/ 978300 w 1921805"/>
              <a:gd name="connsiteY3-248" fmla="*/ 1442819 h 1641998"/>
              <a:gd name="connsiteX4-249" fmla="*/ 978211 w 1921805"/>
              <a:gd name="connsiteY4-250" fmla="*/ 1443363 h 1641998"/>
              <a:gd name="connsiteX5-251" fmla="*/ 163791 w 1921805"/>
              <a:gd name="connsiteY5-252" fmla="*/ 1192912 h 1641998"/>
              <a:gd name="connsiteX6-253" fmla="*/ 1407 w 1921805"/>
              <a:gd name="connsiteY6-254" fmla="*/ 836369 h 1641998"/>
              <a:gd name="connsiteX7-255" fmla="*/ 660164 w 1921805"/>
              <a:gd name="connsiteY7-256" fmla="*/ 4928 h 1641998"/>
              <a:gd name="connsiteX8-257" fmla="*/ 774866 w 1921805"/>
              <a:gd name="connsiteY8-258" fmla="*/ 2241 h 1641998"/>
              <a:gd name="connsiteX9-259" fmla="*/ 1047527 w 1921805"/>
              <a:gd name="connsiteY9-260" fmla="*/ 152145 h 1641998"/>
              <a:gd name="connsiteX10-261" fmla="*/ 1075502 w 1921805"/>
              <a:gd name="connsiteY10-262" fmla="*/ 321006 h 1641998"/>
              <a:gd name="connsiteX11-263" fmla="*/ 1772696 w 1921805"/>
              <a:gd name="connsiteY11-264" fmla="*/ 1035216 h 1641998"/>
              <a:gd name="connsiteX12-265" fmla="*/ 1911303 w 1921805"/>
              <a:gd name="connsiteY12-266" fmla="*/ 1145991 h 1641998"/>
              <a:gd name="connsiteX0-267" fmla="*/ 1921805 w 1921805"/>
              <a:gd name="connsiteY0-268" fmla="*/ 1548176 h 1641998"/>
              <a:gd name="connsiteX1-269" fmla="*/ 1887911 w 1921805"/>
              <a:gd name="connsiteY1-270" fmla="*/ 1577770 h 1641998"/>
              <a:gd name="connsiteX2-271" fmla="*/ 1778352 w 1921805"/>
              <a:gd name="connsiteY2-272" fmla="*/ 1624888 h 1641998"/>
              <a:gd name="connsiteX3-273" fmla="*/ 978300 w 1921805"/>
              <a:gd name="connsiteY3-274" fmla="*/ 1442819 h 1641998"/>
              <a:gd name="connsiteX4-275" fmla="*/ 978211 w 1921805"/>
              <a:gd name="connsiteY4-276" fmla="*/ 1443363 h 1641998"/>
              <a:gd name="connsiteX5-277" fmla="*/ 163791 w 1921805"/>
              <a:gd name="connsiteY5-278" fmla="*/ 1192912 h 1641998"/>
              <a:gd name="connsiteX6-279" fmla="*/ 1407 w 1921805"/>
              <a:gd name="connsiteY6-280" fmla="*/ 836369 h 1641998"/>
              <a:gd name="connsiteX7-281" fmla="*/ 660164 w 1921805"/>
              <a:gd name="connsiteY7-282" fmla="*/ 4928 h 1641998"/>
              <a:gd name="connsiteX8-283" fmla="*/ 774866 w 1921805"/>
              <a:gd name="connsiteY8-284" fmla="*/ 2241 h 1641998"/>
              <a:gd name="connsiteX9-285" fmla="*/ 1047527 w 1921805"/>
              <a:gd name="connsiteY9-286" fmla="*/ 152145 h 1641998"/>
              <a:gd name="connsiteX10-287" fmla="*/ 1075502 w 1921805"/>
              <a:gd name="connsiteY10-288" fmla="*/ 321006 h 1641998"/>
              <a:gd name="connsiteX11-289" fmla="*/ 1772696 w 1921805"/>
              <a:gd name="connsiteY11-290" fmla="*/ 1035216 h 1641998"/>
              <a:gd name="connsiteX12-291" fmla="*/ 1911303 w 1921805"/>
              <a:gd name="connsiteY12-292" fmla="*/ 1145991 h 1641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921805" h="1641998">
                <a:moveTo>
                  <a:pt x="1921805" y="1548176"/>
                </a:moveTo>
                <a:lnTo>
                  <a:pt x="1887911" y="1577770"/>
                </a:lnTo>
                <a:cubicBezTo>
                  <a:pt x="1857424" y="1596672"/>
                  <a:pt x="1821017" y="1612653"/>
                  <a:pt x="1778352" y="1624888"/>
                </a:cubicBezTo>
                <a:cubicBezTo>
                  <a:pt x="1523876" y="1697627"/>
                  <a:pt x="1212587" y="1519662"/>
                  <a:pt x="978300" y="1442819"/>
                </a:cubicBezTo>
                <a:cubicBezTo>
                  <a:pt x="978270" y="1443000"/>
                  <a:pt x="978241" y="1443182"/>
                  <a:pt x="978211" y="1443363"/>
                </a:cubicBezTo>
                <a:cubicBezTo>
                  <a:pt x="711028" y="1355780"/>
                  <a:pt x="376850" y="1378553"/>
                  <a:pt x="163791" y="1192912"/>
                </a:cubicBezTo>
                <a:cubicBezTo>
                  <a:pt x="53248" y="1096384"/>
                  <a:pt x="9485" y="963175"/>
                  <a:pt x="1407" y="836369"/>
                </a:cubicBezTo>
                <a:cubicBezTo>
                  <a:pt x="-20659" y="494115"/>
                  <a:pt x="217598" y="71068"/>
                  <a:pt x="660164" y="4928"/>
                </a:cubicBezTo>
                <a:cubicBezTo>
                  <a:pt x="697019" y="-611"/>
                  <a:pt x="736094" y="-1442"/>
                  <a:pt x="774866" y="2241"/>
                </a:cubicBezTo>
                <a:cubicBezTo>
                  <a:pt x="891183" y="13293"/>
                  <a:pt x="1004775" y="64985"/>
                  <a:pt x="1047527" y="152145"/>
                </a:cubicBezTo>
                <a:cubicBezTo>
                  <a:pt x="1074031" y="206156"/>
                  <a:pt x="1070227" y="264414"/>
                  <a:pt x="1075502" y="321006"/>
                </a:cubicBezTo>
                <a:cubicBezTo>
                  <a:pt x="1106597" y="655135"/>
                  <a:pt x="1538056" y="923721"/>
                  <a:pt x="1772696" y="1035216"/>
                </a:cubicBezTo>
                <a:cubicBezTo>
                  <a:pt x="1949482" y="1119220"/>
                  <a:pt x="1893236" y="1135723"/>
                  <a:pt x="1911303" y="1145991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2"/>
            </p:custDataLst>
          </p:nvPr>
        </p:nvSpPr>
        <p:spPr>
          <a:xfrm>
            <a:off x="11776033" y="0"/>
            <a:ext cx="412832" cy="824202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713"/>
              <a:gd name="connsiteX1-143" fmla="*/ 1974322 w 2318326"/>
              <a:gd name="connsiteY1-144" fmla="*/ 72792 h 2309713"/>
              <a:gd name="connsiteX2-145" fmla="*/ 1913511 w 2318326"/>
              <a:gd name="connsiteY2-146" fmla="*/ 253941 h 2309713"/>
              <a:gd name="connsiteX3-147" fmla="*/ 1905104 w 2318326"/>
              <a:gd name="connsiteY3-148" fmla="*/ 390386 h 2309713"/>
              <a:gd name="connsiteX4-149" fmla="*/ 2109971 w 2318326"/>
              <a:gd name="connsiteY4-150" fmla="*/ 696773 h 2309713"/>
              <a:gd name="connsiteX5-151" fmla="*/ 2289189 w 2318326"/>
              <a:gd name="connsiteY5-152" fmla="*/ 815534 h 2309713"/>
              <a:gd name="connsiteX6-153" fmla="*/ 2318326 w 2318326"/>
              <a:gd name="connsiteY6-154" fmla="*/ 2309713 h 2309713"/>
              <a:gd name="connsiteX7-155" fmla="*/ 2275234 w 2318326"/>
              <a:gd name="connsiteY7-156" fmla="*/ 2309055 h 2309713"/>
              <a:gd name="connsiteX8-157" fmla="*/ 1329359 w 2318326"/>
              <a:gd name="connsiteY8-158" fmla="*/ 2185273 h 2309713"/>
              <a:gd name="connsiteX9-159" fmla="*/ 643160 w 2318326"/>
              <a:gd name="connsiteY9-160" fmla="*/ 2067039 h 2309713"/>
              <a:gd name="connsiteX10-161" fmla="*/ 593145 w 2318326"/>
              <a:gd name="connsiteY10-162" fmla="*/ 2047319 h 2309713"/>
              <a:gd name="connsiteX11-163" fmla="*/ 37525 w 2318326"/>
              <a:gd name="connsiteY11-164" fmla="*/ 1559741 h 2309713"/>
              <a:gd name="connsiteX12-165" fmla="*/ 37259 w 2318326"/>
              <a:gd name="connsiteY12-166" fmla="*/ 1559627 h 2309713"/>
              <a:gd name="connsiteX13-167" fmla="*/ 25694 w 2318326"/>
              <a:gd name="connsiteY13-168" fmla="*/ 1062994 h 2309713"/>
              <a:gd name="connsiteX14-169" fmla="*/ 243863 w 2318326"/>
              <a:gd name="connsiteY14-170" fmla="*/ 234786 h 2309713"/>
              <a:gd name="connsiteX15-171" fmla="*/ 357505 w 2318326"/>
              <a:gd name="connsiteY15-172" fmla="*/ 4106 h 2309713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289189"/>
              <a:gd name="connsiteY0-204" fmla="*/ 0 h 2185317"/>
              <a:gd name="connsiteX1-205" fmla="*/ 1974322 w 2289189"/>
              <a:gd name="connsiteY1-206" fmla="*/ 72792 h 2185317"/>
              <a:gd name="connsiteX2-207" fmla="*/ 1913511 w 2289189"/>
              <a:gd name="connsiteY2-208" fmla="*/ 253941 h 2185317"/>
              <a:gd name="connsiteX3-209" fmla="*/ 1905104 w 2289189"/>
              <a:gd name="connsiteY3-210" fmla="*/ 390386 h 2185317"/>
              <a:gd name="connsiteX4-211" fmla="*/ 2109971 w 2289189"/>
              <a:gd name="connsiteY4-212" fmla="*/ 696773 h 2185317"/>
              <a:gd name="connsiteX5-213" fmla="*/ 2289189 w 2289189"/>
              <a:gd name="connsiteY5-214" fmla="*/ 815534 h 2185317"/>
              <a:gd name="connsiteX6-215" fmla="*/ 1329359 w 2289189"/>
              <a:gd name="connsiteY6-216" fmla="*/ 2185273 h 2185317"/>
              <a:gd name="connsiteX7-217" fmla="*/ 643160 w 2289189"/>
              <a:gd name="connsiteY7-218" fmla="*/ 2067039 h 2185317"/>
              <a:gd name="connsiteX8-219" fmla="*/ 593145 w 2289189"/>
              <a:gd name="connsiteY8-220" fmla="*/ 2047319 h 2185317"/>
              <a:gd name="connsiteX9-221" fmla="*/ 37525 w 2289189"/>
              <a:gd name="connsiteY9-222" fmla="*/ 1559741 h 2185317"/>
              <a:gd name="connsiteX10-223" fmla="*/ 37259 w 2289189"/>
              <a:gd name="connsiteY10-224" fmla="*/ 1559627 h 2185317"/>
              <a:gd name="connsiteX11-225" fmla="*/ 25694 w 2289189"/>
              <a:gd name="connsiteY11-226" fmla="*/ 1062994 h 2185317"/>
              <a:gd name="connsiteX12-227" fmla="*/ 243863 w 2289189"/>
              <a:gd name="connsiteY12-228" fmla="*/ 234786 h 2185317"/>
              <a:gd name="connsiteX13-229" fmla="*/ 357505 w 2289189"/>
              <a:gd name="connsiteY13-230" fmla="*/ 4106 h 2185317"/>
              <a:gd name="connsiteX0-231" fmla="*/ 1994876 w 2289189"/>
              <a:gd name="connsiteY0-232" fmla="*/ 0 h 2067039"/>
              <a:gd name="connsiteX1-233" fmla="*/ 1974322 w 2289189"/>
              <a:gd name="connsiteY1-234" fmla="*/ 72792 h 2067039"/>
              <a:gd name="connsiteX2-235" fmla="*/ 1913511 w 2289189"/>
              <a:gd name="connsiteY2-236" fmla="*/ 253941 h 2067039"/>
              <a:gd name="connsiteX3-237" fmla="*/ 1905104 w 2289189"/>
              <a:gd name="connsiteY3-238" fmla="*/ 390386 h 2067039"/>
              <a:gd name="connsiteX4-239" fmla="*/ 2109971 w 2289189"/>
              <a:gd name="connsiteY4-240" fmla="*/ 696773 h 2067039"/>
              <a:gd name="connsiteX5-241" fmla="*/ 2289189 w 2289189"/>
              <a:gd name="connsiteY5-242" fmla="*/ 815534 h 2067039"/>
              <a:gd name="connsiteX6-243" fmla="*/ 643160 w 2289189"/>
              <a:gd name="connsiteY6-244" fmla="*/ 2067039 h 2067039"/>
              <a:gd name="connsiteX7-245" fmla="*/ 593145 w 2289189"/>
              <a:gd name="connsiteY7-246" fmla="*/ 2047319 h 2067039"/>
              <a:gd name="connsiteX8-247" fmla="*/ 37525 w 2289189"/>
              <a:gd name="connsiteY8-248" fmla="*/ 1559741 h 2067039"/>
              <a:gd name="connsiteX9-249" fmla="*/ 37259 w 2289189"/>
              <a:gd name="connsiteY9-250" fmla="*/ 1559627 h 2067039"/>
              <a:gd name="connsiteX10-251" fmla="*/ 25694 w 2289189"/>
              <a:gd name="connsiteY10-252" fmla="*/ 1062994 h 2067039"/>
              <a:gd name="connsiteX11-253" fmla="*/ 243863 w 2289189"/>
              <a:gd name="connsiteY11-254" fmla="*/ 234786 h 2067039"/>
              <a:gd name="connsiteX12-255" fmla="*/ 357505 w 2289189"/>
              <a:gd name="connsiteY12-256" fmla="*/ 4106 h 2067039"/>
              <a:gd name="connsiteX0-257" fmla="*/ 1994876 w 2289189"/>
              <a:gd name="connsiteY0-258" fmla="*/ 0 h 2047319"/>
              <a:gd name="connsiteX1-259" fmla="*/ 1974322 w 2289189"/>
              <a:gd name="connsiteY1-260" fmla="*/ 72792 h 2047319"/>
              <a:gd name="connsiteX2-261" fmla="*/ 1913511 w 2289189"/>
              <a:gd name="connsiteY2-262" fmla="*/ 253941 h 2047319"/>
              <a:gd name="connsiteX3-263" fmla="*/ 1905104 w 2289189"/>
              <a:gd name="connsiteY3-264" fmla="*/ 390386 h 2047319"/>
              <a:gd name="connsiteX4-265" fmla="*/ 2109971 w 2289189"/>
              <a:gd name="connsiteY4-266" fmla="*/ 696773 h 2047319"/>
              <a:gd name="connsiteX5-267" fmla="*/ 2289189 w 2289189"/>
              <a:gd name="connsiteY5-268" fmla="*/ 815534 h 2047319"/>
              <a:gd name="connsiteX6-269" fmla="*/ 593145 w 2289189"/>
              <a:gd name="connsiteY6-270" fmla="*/ 2047319 h 2047319"/>
              <a:gd name="connsiteX7-271" fmla="*/ 37525 w 2289189"/>
              <a:gd name="connsiteY7-272" fmla="*/ 1559741 h 2047319"/>
              <a:gd name="connsiteX8-273" fmla="*/ 37259 w 2289189"/>
              <a:gd name="connsiteY8-274" fmla="*/ 1559627 h 2047319"/>
              <a:gd name="connsiteX9-275" fmla="*/ 25694 w 2289189"/>
              <a:gd name="connsiteY9-276" fmla="*/ 1062994 h 2047319"/>
              <a:gd name="connsiteX10-277" fmla="*/ 243863 w 2289189"/>
              <a:gd name="connsiteY10-278" fmla="*/ 234786 h 2047319"/>
              <a:gd name="connsiteX11-279" fmla="*/ 357505 w 2289189"/>
              <a:gd name="connsiteY11-280" fmla="*/ 4106 h 2047319"/>
              <a:gd name="connsiteX0-281" fmla="*/ 1994876 w 2289189"/>
              <a:gd name="connsiteY0-282" fmla="*/ 0 h 1559741"/>
              <a:gd name="connsiteX1-283" fmla="*/ 1974322 w 2289189"/>
              <a:gd name="connsiteY1-284" fmla="*/ 72792 h 1559741"/>
              <a:gd name="connsiteX2-285" fmla="*/ 1913511 w 2289189"/>
              <a:gd name="connsiteY2-286" fmla="*/ 253941 h 1559741"/>
              <a:gd name="connsiteX3-287" fmla="*/ 1905104 w 2289189"/>
              <a:gd name="connsiteY3-288" fmla="*/ 390386 h 1559741"/>
              <a:gd name="connsiteX4-289" fmla="*/ 2109971 w 2289189"/>
              <a:gd name="connsiteY4-290" fmla="*/ 696773 h 1559741"/>
              <a:gd name="connsiteX5-291" fmla="*/ 2289189 w 2289189"/>
              <a:gd name="connsiteY5-292" fmla="*/ 815534 h 1559741"/>
              <a:gd name="connsiteX6-293" fmla="*/ 37525 w 2289189"/>
              <a:gd name="connsiteY6-294" fmla="*/ 1559741 h 1559741"/>
              <a:gd name="connsiteX7-295" fmla="*/ 37259 w 2289189"/>
              <a:gd name="connsiteY7-296" fmla="*/ 1559627 h 1559741"/>
              <a:gd name="connsiteX8-297" fmla="*/ 25694 w 2289189"/>
              <a:gd name="connsiteY8-298" fmla="*/ 1062994 h 1559741"/>
              <a:gd name="connsiteX9-299" fmla="*/ 243863 w 2289189"/>
              <a:gd name="connsiteY9-300" fmla="*/ 234786 h 1559741"/>
              <a:gd name="connsiteX10-301" fmla="*/ 357505 w 2289189"/>
              <a:gd name="connsiteY10-302" fmla="*/ 4106 h 1559741"/>
              <a:gd name="connsiteX0-303" fmla="*/ 1969182 w 2263495"/>
              <a:gd name="connsiteY0-304" fmla="*/ 0 h 1559741"/>
              <a:gd name="connsiteX1-305" fmla="*/ 1948628 w 2263495"/>
              <a:gd name="connsiteY1-306" fmla="*/ 72792 h 1559741"/>
              <a:gd name="connsiteX2-307" fmla="*/ 1887817 w 2263495"/>
              <a:gd name="connsiteY2-308" fmla="*/ 253941 h 1559741"/>
              <a:gd name="connsiteX3-309" fmla="*/ 1879410 w 2263495"/>
              <a:gd name="connsiteY3-310" fmla="*/ 390386 h 1559741"/>
              <a:gd name="connsiteX4-311" fmla="*/ 2084277 w 2263495"/>
              <a:gd name="connsiteY4-312" fmla="*/ 696773 h 1559741"/>
              <a:gd name="connsiteX5-313" fmla="*/ 2263495 w 2263495"/>
              <a:gd name="connsiteY5-314" fmla="*/ 815534 h 1559741"/>
              <a:gd name="connsiteX6-315" fmla="*/ 11831 w 2263495"/>
              <a:gd name="connsiteY6-316" fmla="*/ 1559741 h 1559741"/>
              <a:gd name="connsiteX7-317" fmla="*/ 0 w 2263495"/>
              <a:gd name="connsiteY7-318" fmla="*/ 1062994 h 1559741"/>
              <a:gd name="connsiteX8-319" fmla="*/ 218169 w 2263495"/>
              <a:gd name="connsiteY8-320" fmla="*/ 234786 h 1559741"/>
              <a:gd name="connsiteX9-321" fmla="*/ 331811 w 2263495"/>
              <a:gd name="connsiteY9-322" fmla="*/ 4106 h 1559741"/>
              <a:gd name="connsiteX0-323" fmla="*/ 1957351 w 2251664"/>
              <a:gd name="connsiteY0-324" fmla="*/ 0 h 1559741"/>
              <a:gd name="connsiteX1-325" fmla="*/ 1936797 w 2251664"/>
              <a:gd name="connsiteY1-326" fmla="*/ 72792 h 1559741"/>
              <a:gd name="connsiteX2-327" fmla="*/ 1875986 w 2251664"/>
              <a:gd name="connsiteY2-328" fmla="*/ 253941 h 1559741"/>
              <a:gd name="connsiteX3-329" fmla="*/ 1867579 w 2251664"/>
              <a:gd name="connsiteY3-330" fmla="*/ 390386 h 1559741"/>
              <a:gd name="connsiteX4-331" fmla="*/ 2072446 w 2251664"/>
              <a:gd name="connsiteY4-332" fmla="*/ 696773 h 1559741"/>
              <a:gd name="connsiteX5-333" fmla="*/ 2251664 w 2251664"/>
              <a:gd name="connsiteY5-334" fmla="*/ 815534 h 1559741"/>
              <a:gd name="connsiteX6-335" fmla="*/ 0 w 2251664"/>
              <a:gd name="connsiteY6-336" fmla="*/ 1559741 h 1559741"/>
              <a:gd name="connsiteX7-337" fmla="*/ 206338 w 2251664"/>
              <a:gd name="connsiteY7-338" fmla="*/ 234786 h 1559741"/>
              <a:gd name="connsiteX8-339" fmla="*/ 319980 w 2251664"/>
              <a:gd name="connsiteY8-340" fmla="*/ 4106 h 1559741"/>
              <a:gd name="connsiteX0-341" fmla="*/ 1957351 w 2251664"/>
              <a:gd name="connsiteY0-342" fmla="*/ 0 h 1559741"/>
              <a:gd name="connsiteX1-343" fmla="*/ 1936797 w 2251664"/>
              <a:gd name="connsiteY1-344" fmla="*/ 72792 h 1559741"/>
              <a:gd name="connsiteX2-345" fmla="*/ 1875986 w 2251664"/>
              <a:gd name="connsiteY2-346" fmla="*/ 253941 h 1559741"/>
              <a:gd name="connsiteX3-347" fmla="*/ 1867579 w 2251664"/>
              <a:gd name="connsiteY3-348" fmla="*/ 390386 h 1559741"/>
              <a:gd name="connsiteX4-349" fmla="*/ 2072446 w 2251664"/>
              <a:gd name="connsiteY4-350" fmla="*/ 696773 h 1559741"/>
              <a:gd name="connsiteX5-351" fmla="*/ 2251664 w 2251664"/>
              <a:gd name="connsiteY5-352" fmla="*/ 815534 h 1559741"/>
              <a:gd name="connsiteX6-353" fmla="*/ 0 w 2251664"/>
              <a:gd name="connsiteY6-354" fmla="*/ 1559741 h 1559741"/>
              <a:gd name="connsiteX7-355" fmla="*/ 319980 w 2251664"/>
              <a:gd name="connsiteY7-356" fmla="*/ 4106 h 1559741"/>
              <a:gd name="connsiteX0-357" fmla="*/ 1957351 w 2251664"/>
              <a:gd name="connsiteY0-358" fmla="*/ 0 h 1559741"/>
              <a:gd name="connsiteX1-359" fmla="*/ 1936797 w 2251664"/>
              <a:gd name="connsiteY1-360" fmla="*/ 72792 h 1559741"/>
              <a:gd name="connsiteX2-361" fmla="*/ 1875986 w 2251664"/>
              <a:gd name="connsiteY2-362" fmla="*/ 253941 h 1559741"/>
              <a:gd name="connsiteX3-363" fmla="*/ 1867579 w 2251664"/>
              <a:gd name="connsiteY3-364" fmla="*/ 390386 h 1559741"/>
              <a:gd name="connsiteX4-365" fmla="*/ 2072446 w 2251664"/>
              <a:gd name="connsiteY4-366" fmla="*/ 696773 h 1559741"/>
              <a:gd name="connsiteX5-367" fmla="*/ 2251664 w 2251664"/>
              <a:gd name="connsiteY5-368" fmla="*/ 815534 h 1559741"/>
              <a:gd name="connsiteX6-369" fmla="*/ 0 w 2251664"/>
              <a:gd name="connsiteY6-370" fmla="*/ 1559741 h 1559741"/>
              <a:gd name="connsiteX0-371" fmla="*/ 92517 w 386830"/>
              <a:gd name="connsiteY0-372" fmla="*/ 0 h 815534"/>
              <a:gd name="connsiteX1-373" fmla="*/ 71963 w 386830"/>
              <a:gd name="connsiteY1-374" fmla="*/ 72792 h 815534"/>
              <a:gd name="connsiteX2-375" fmla="*/ 11152 w 386830"/>
              <a:gd name="connsiteY2-376" fmla="*/ 253941 h 815534"/>
              <a:gd name="connsiteX3-377" fmla="*/ 2745 w 386830"/>
              <a:gd name="connsiteY3-378" fmla="*/ 390386 h 815534"/>
              <a:gd name="connsiteX4-379" fmla="*/ 207612 w 386830"/>
              <a:gd name="connsiteY4-380" fmla="*/ 696773 h 815534"/>
              <a:gd name="connsiteX5-381" fmla="*/ 386830 w 386830"/>
              <a:gd name="connsiteY5-382" fmla="*/ 815534 h 815534"/>
              <a:gd name="connsiteX0-383" fmla="*/ 92517 w 412832"/>
              <a:gd name="connsiteY0-384" fmla="*/ 0 h 824202"/>
              <a:gd name="connsiteX1-385" fmla="*/ 71963 w 412832"/>
              <a:gd name="connsiteY1-386" fmla="*/ 72792 h 824202"/>
              <a:gd name="connsiteX2-387" fmla="*/ 11152 w 412832"/>
              <a:gd name="connsiteY2-388" fmla="*/ 253941 h 824202"/>
              <a:gd name="connsiteX3-389" fmla="*/ 2745 w 412832"/>
              <a:gd name="connsiteY3-390" fmla="*/ 390386 h 824202"/>
              <a:gd name="connsiteX4-391" fmla="*/ 207612 w 412832"/>
              <a:gd name="connsiteY4-392" fmla="*/ 696773 h 824202"/>
              <a:gd name="connsiteX5-393" fmla="*/ 412832 w 412832"/>
              <a:gd name="connsiteY5-394" fmla="*/ 824202 h 8242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412832" h="824202">
                <a:moveTo>
                  <a:pt x="92517" y="0"/>
                </a:moveTo>
                <a:lnTo>
                  <a:pt x="71963" y="72792"/>
                </a:lnTo>
                <a:cubicBezTo>
                  <a:pt x="51023" y="133028"/>
                  <a:pt x="25394" y="192145"/>
                  <a:pt x="11152" y="253941"/>
                </a:cubicBezTo>
                <a:cubicBezTo>
                  <a:pt x="957" y="297938"/>
                  <a:pt x="-3215" y="343068"/>
                  <a:pt x="2745" y="390386"/>
                </a:cubicBezTo>
                <a:cubicBezTo>
                  <a:pt x="18533" y="516596"/>
                  <a:pt x="139264" y="624470"/>
                  <a:pt x="207612" y="696773"/>
                </a:cubicBezTo>
                <a:cubicBezTo>
                  <a:pt x="275960" y="769076"/>
                  <a:pt x="350066" y="787005"/>
                  <a:pt x="412832" y="824202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13"/>
            </p:custDataLst>
          </p:nvPr>
        </p:nvSpPr>
        <p:spPr>
          <a:xfrm>
            <a:off x="12012156" y="0"/>
            <a:ext cx="179844" cy="533701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692550 w 2783990"/>
              <a:gd name="connsiteY0-2" fmla="*/ 537601 h 2668596"/>
              <a:gd name="connsiteX1-3" fmla="*/ 2692550 w 2783990"/>
              <a:gd name="connsiteY1-4" fmla="*/ 2651032 h 2668596"/>
              <a:gd name="connsiteX2-5" fmla="*/ 2613148 w 2783990"/>
              <a:gd name="connsiteY2-6" fmla="*/ 2644303 h 2668596"/>
              <a:gd name="connsiteX3-7" fmla="*/ 1777071 w 2783990"/>
              <a:gd name="connsiteY3-8" fmla="*/ 2651408 h 2668596"/>
              <a:gd name="connsiteX4-9" fmla="*/ 848582 w 2783990"/>
              <a:gd name="connsiteY4-10" fmla="*/ 2547258 h 2668596"/>
              <a:gd name="connsiteX5-11" fmla="*/ 780737 w 2783990"/>
              <a:gd name="connsiteY5-12" fmla="*/ 2521674 h 2668596"/>
              <a:gd name="connsiteX6-13" fmla="*/ 43407 w 2783990"/>
              <a:gd name="connsiteY6-14" fmla="*/ 1860386 h 2668596"/>
              <a:gd name="connsiteX7-15" fmla="*/ 43884 w 2783990"/>
              <a:gd name="connsiteY7-16" fmla="*/ 1860867 h 2668596"/>
              <a:gd name="connsiteX8-17" fmla="*/ 53645 w 2783990"/>
              <a:gd name="connsiteY8-18" fmla="*/ 1131655 h 2668596"/>
              <a:gd name="connsiteX9-19" fmla="*/ 285337 w 2783990"/>
              <a:gd name="connsiteY9-20" fmla="*/ 215809 h 2668596"/>
              <a:gd name="connsiteX10-21" fmla="*/ 371595 w 2783990"/>
              <a:gd name="connsiteY10-22" fmla="*/ 0 h 2668596"/>
              <a:gd name="connsiteX11-23" fmla="*/ 2549524 w 2783990"/>
              <a:gd name="connsiteY11-24" fmla="*/ 0 h 2668596"/>
              <a:gd name="connsiteX12-25" fmla="*/ 2532865 w 2783990"/>
              <a:gd name="connsiteY12-26" fmla="*/ 51620 h 2668596"/>
              <a:gd name="connsiteX13-27" fmla="*/ 2522568 w 2783990"/>
              <a:gd name="connsiteY13-28" fmla="*/ 241747 h 2668596"/>
              <a:gd name="connsiteX14-29" fmla="*/ 2633729 w 2783990"/>
              <a:gd name="connsiteY14-30" fmla="*/ 478437 h 2668596"/>
              <a:gd name="connsiteX15" fmla="*/ 2783990 w 2783990"/>
              <a:gd name="connsiteY15" fmla="*/ 629041 h 2668596"/>
              <a:gd name="connsiteX0-31" fmla="*/ 2688216 w 2783990"/>
              <a:gd name="connsiteY0-32" fmla="*/ 832289 h 2668596"/>
              <a:gd name="connsiteX1-33" fmla="*/ 2692550 w 2783990"/>
              <a:gd name="connsiteY1-34" fmla="*/ 2651032 h 2668596"/>
              <a:gd name="connsiteX2-35" fmla="*/ 2613148 w 2783990"/>
              <a:gd name="connsiteY2-36" fmla="*/ 2644303 h 2668596"/>
              <a:gd name="connsiteX3-37" fmla="*/ 1777071 w 2783990"/>
              <a:gd name="connsiteY3-38" fmla="*/ 2651408 h 2668596"/>
              <a:gd name="connsiteX4-39" fmla="*/ 848582 w 2783990"/>
              <a:gd name="connsiteY4-40" fmla="*/ 2547258 h 2668596"/>
              <a:gd name="connsiteX5-41" fmla="*/ 780737 w 2783990"/>
              <a:gd name="connsiteY5-42" fmla="*/ 2521674 h 2668596"/>
              <a:gd name="connsiteX6-43" fmla="*/ 43407 w 2783990"/>
              <a:gd name="connsiteY6-44" fmla="*/ 1860386 h 2668596"/>
              <a:gd name="connsiteX7-45" fmla="*/ 43884 w 2783990"/>
              <a:gd name="connsiteY7-46" fmla="*/ 1860867 h 2668596"/>
              <a:gd name="connsiteX8-47" fmla="*/ 53645 w 2783990"/>
              <a:gd name="connsiteY8-48" fmla="*/ 1131655 h 2668596"/>
              <a:gd name="connsiteX9-49" fmla="*/ 285337 w 2783990"/>
              <a:gd name="connsiteY9-50" fmla="*/ 215809 h 2668596"/>
              <a:gd name="connsiteX10-51" fmla="*/ 371595 w 2783990"/>
              <a:gd name="connsiteY10-52" fmla="*/ 0 h 2668596"/>
              <a:gd name="connsiteX11-53" fmla="*/ 2549524 w 2783990"/>
              <a:gd name="connsiteY11-54" fmla="*/ 0 h 2668596"/>
              <a:gd name="connsiteX12-55" fmla="*/ 2532865 w 2783990"/>
              <a:gd name="connsiteY12-56" fmla="*/ 51620 h 2668596"/>
              <a:gd name="connsiteX13-57" fmla="*/ 2522568 w 2783990"/>
              <a:gd name="connsiteY13-58" fmla="*/ 241747 h 2668596"/>
              <a:gd name="connsiteX14-59" fmla="*/ 2633729 w 2783990"/>
              <a:gd name="connsiteY14-60" fmla="*/ 478437 h 2668596"/>
              <a:gd name="connsiteX15-61" fmla="*/ 2783990 w 2783990"/>
              <a:gd name="connsiteY15-62" fmla="*/ 629041 h 2668596"/>
              <a:gd name="connsiteX0-63" fmla="*/ 2692550 w 2783990"/>
              <a:gd name="connsiteY0-64" fmla="*/ 2651032 h 2668596"/>
              <a:gd name="connsiteX1-65" fmla="*/ 2613148 w 2783990"/>
              <a:gd name="connsiteY1-66" fmla="*/ 2644303 h 2668596"/>
              <a:gd name="connsiteX2-67" fmla="*/ 1777071 w 2783990"/>
              <a:gd name="connsiteY2-68" fmla="*/ 2651408 h 2668596"/>
              <a:gd name="connsiteX3-69" fmla="*/ 848582 w 2783990"/>
              <a:gd name="connsiteY3-70" fmla="*/ 2547258 h 2668596"/>
              <a:gd name="connsiteX4-71" fmla="*/ 780737 w 2783990"/>
              <a:gd name="connsiteY4-72" fmla="*/ 2521674 h 2668596"/>
              <a:gd name="connsiteX5-73" fmla="*/ 43407 w 2783990"/>
              <a:gd name="connsiteY5-74" fmla="*/ 1860386 h 2668596"/>
              <a:gd name="connsiteX6-75" fmla="*/ 43884 w 2783990"/>
              <a:gd name="connsiteY6-76" fmla="*/ 1860867 h 2668596"/>
              <a:gd name="connsiteX7-77" fmla="*/ 53645 w 2783990"/>
              <a:gd name="connsiteY7-78" fmla="*/ 1131655 h 2668596"/>
              <a:gd name="connsiteX8-79" fmla="*/ 285337 w 2783990"/>
              <a:gd name="connsiteY8-80" fmla="*/ 215809 h 2668596"/>
              <a:gd name="connsiteX9-81" fmla="*/ 371595 w 2783990"/>
              <a:gd name="connsiteY9-82" fmla="*/ 0 h 2668596"/>
              <a:gd name="connsiteX10-83" fmla="*/ 2549524 w 2783990"/>
              <a:gd name="connsiteY10-84" fmla="*/ 0 h 2668596"/>
              <a:gd name="connsiteX11-85" fmla="*/ 2532865 w 2783990"/>
              <a:gd name="connsiteY11-86" fmla="*/ 51620 h 2668596"/>
              <a:gd name="connsiteX12-87" fmla="*/ 2522568 w 2783990"/>
              <a:gd name="connsiteY12-88" fmla="*/ 241747 h 2668596"/>
              <a:gd name="connsiteX13-89" fmla="*/ 2633729 w 2783990"/>
              <a:gd name="connsiteY13-90" fmla="*/ 478437 h 2668596"/>
              <a:gd name="connsiteX14-91" fmla="*/ 2783990 w 2783990"/>
              <a:gd name="connsiteY14-92" fmla="*/ 629041 h 2668596"/>
              <a:gd name="connsiteX0-93" fmla="*/ 2613148 w 2783990"/>
              <a:gd name="connsiteY0-94" fmla="*/ 2644303 h 2668596"/>
              <a:gd name="connsiteX1-95" fmla="*/ 1777071 w 2783990"/>
              <a:gd name="connsiteY1-96" fmla="*/ 2651408 h 2668596"/>
              <a:gd name="connsiteX2-97" fmla="*/ 848582 w 2783990"/>
              <a:gd name="connsiteY2-98" fmla="*/ 2547258 h 2668596"/>
              <a:gd name="connsiteX3-99" fmla="*/ 780737 w 2783990"/>
              <a:gd name="connsiteY3-100" fmla="*/ 2521674 h 2668596"/>
              <a:gd name="connsiteX4-101" fmla="*/ 43407 w 2783990"/>
              <a:gd name="connsiteY4-102" fmla="*/ 1860386 h 2668596"/>
              <a:gd name="connsiteX5-103" fmla="*/ 43884 w 2783990"/>
              <a:gd name="connsiteY5-104" fmla="*/ 1860867 h 2668596"/>
              <a:gd name="connsiteX6-105" fmla="*/ 53645 w 2783990"/>
              <a:gd name="connsiteY6-106" fmla="*/ 1131655 h 2668596"/>
              <a:gd name="connsiteX7-107" fmla="*/ 285337 w 2783990"/>
              <a:gd name="connsiteY7-108" fmla="*/ 215809 h 2668596"/>
              <a:gd name="connsiteX8-109" fmla="*/ 371595 w 2783990"/>
              <a:gd name="connsiteY8-110" fmla="*/ 0 h 2668596"/>
              <a:gd name="connsiteX9-111" fmla="*/ 2549524 w 2783990"/>
              <a:gd name="connsiteY9-112" fmla="*/ 0 h 2668596"/>
              <a:gd name="connsiteX10-113" fmla="*/ 2532865 w 2783990"/>
              <a:gd name="connsiteY10-114" fmla="*/ 51620 h 2668596"/>
              <a:gd name="connsiteX11-115" fmla="*/ 2522568 w 2783990"/>
              <a:gd name="connsiteY11-116" fmla="*/ 241747 h 2668596"/>
              <a:gd name="connsiteX12-117" fmla="*/ 2633729 w 2783990"/>
              <a:gd name="connsiteY12-118" fmla="*/ 478437 h 2668596"/>
              <a:gd name="connsiteX13-119" fmla="*/ 2783990 w 2783990"/>
              <a:gd name="connsiteY13-120" fmla="*/ 629041 h 2668596"/>
              <a:gd name="connsiteX0-121" fmla="*/ 1777071 w 2783990"/>
              <a:gd name="connsiteY0-122" fmla="*/ 2651408 h 2668596"/>
              <a:gd name="connsiteX1-123" fmla="*/ 848582 w 2783990"/>
              <a:gd name="connsiteY1-124" fmla="*/ 2547258 h 2668596"/>
              <a:gd name="connsiteX2-125" fmla="*/ 780737 w 2783990"/>
              <a:gd name="connsiteY2-126" fmla="*/ 2521674 h 2668596"/>
              <a:gd name="connsiteX3-127" fmla="*/ 43407 w 2783990"/>
              <a:gd name="connsiteY3-128" fmla="*/ 1860386 h 2668596"/>
              <a:gd name="connsiteX4-129" fmla="*/ 43884 w 2783990"/>
              <a:gd name="connsiteY4-130" fmla="*/ 1860867 h 2668596"/>
              <a:gd name="connsiteX5-131" fmla="*/ 53645 w 2783990"/>
              <a:gd name="connsiteY5-132" fmla="*/ 1131655 h 2668596"/>
              <a:gd name="connsiteX6-133" fmla="*/ 285337 w 2783990"/>
              <a:gd name="connsiteY6-134" fmla="*/ 215809 h 2668596"/>
              <a:gd name="connsiteX7-135" fmla="*/ 371595 w 2783990"/>
              <a:gd name="connsiteY7-136" fmla="*/ 0 h 2668596"/>
              <a:gd name="connsiteX8-137" fmla="*/ 2549524 w 2783990"/>
              <a:gd name="connsiteY8-138" fmla="*/ 0 h 2668596"/>
              <a:gd name="connsiteX9-139" fmla="*/ 2532865 w 2783990"/>
              <a:gd name="connsiteY9-140" fmla="*/ 51620 h 2668596"/>
              <a:gd name="connsiteX10-141" fmla="*/ 2522568 w 2783990"/>
              <a:gd name="connsiteY10-142" fmla="*/ 241747 h 2668596"/>
              <a:gd name="connsiteX11-143" fmla="*/ 2633729 w 2783990"/>
              <a:gd name="connsiteY11-144" fmla="*/ 478437 h 2668596"/>
              <a:gd name="connsiteX12-145" fmla="*/ 2783990 w 2783990"/>
              <a:gd name="connsiteY12-146" fmla="*/ 629041 h 2668596"/>
              <a:gd name="connsiteX0-147" fmla="*/ 848582 w 2783990"/>
              <a:gd name="connsiteY0-148" fmla="*/ 2547258 h 2547258"/>
              <a:gd name="connsiteX1-149" fmla="*/ 780737 w 2783990"/>
              <a:gd name="connsiteY1-150" fmla="*/ 2521674 h 2547258"/>
              <a:gd name="connsiteX2-151" fmla="*/ 43407 w 2783990"/>
              <a:gd name="connsiteY2-152" fmla="*/ 1860386 h 2547258"/>
              <a:gd name="connsiteX3-153" fmla="*/ 43884 w 2783990"/>
              <a:gd name="connsiteY3-154" fmla="*/ 1860867 h 2547258"/>
              <a:gd name="connsiteX4-155" fmla="*/ 53645 w 2783990"/>
              <a:gd name="connsiteY4-156" fmla="*/ 1131655 h 2547258"/>
              <a:gd name="connsiteX5-157" fmla="*/ 285337 w 2783990"/>
              <a:gd name="connsiteY5-158" fmla="*/ 215809 h 2547258"/>
              <a:gd name="connsiteX6-159" fmla="*/ 371595 w 2783990"/>
              <a:gd name="connsiteY6-160" fmla="*/ 0 h 2547258"/>
              <a:gd name="connsiteX7-161" fmla="*/ 2549524 w 2783990"/>
              <a:gd name="connsiteY7-162" fmla="*/ 0 h 2547258"/>
              <a:gd name="connsiteX8-163" fmla="*/ 2532865 w 2783990"/>
              <a:gd name="connsiteY8-164" fmla="*/ 51620 h 2547258"/>
              <a:gd name="connsiteX9-165" fmla="*/ 2522568 w 2783990"/>
              <a:gd name="connsiteY9-166" fmla="*/ 241747 h 2547258"/>
              <a:gd name="connsiteX10-167" fmla="*/ 2633729 w 2783990"/>
              <a:gd name="connsiteY10-168" fmla="*/ 478437 h 2547258"/>
              <a:gd name="connsiteX11-169" fmla="*/ 2783990 w 2783990"/>
              <a:gd name="connsiteY11-170" fmla="*/ 629041 h 2547258"/>
              <a:gd name="connsiteX0-171" fmla="*/ 780737 w 2783990"/>
              <a:gd name="connsiteY0-172" fmla="*/ 2521674 h 2521674"/>
              <a:gd name="connsiteX1-173" fmla="*/ 43407 w 2783990"/>
              <a:gd name="connsiteY1-174" fmla="*/ 1860386 h 2521674"/>
              <a:gd name="connsiteX2-175" fmla="*/ 43884 w 2783990"/>
              <a:gd name="connsiteY2-176" fmla="*/ 1860867 h 2521674"/>
              <a:gd name="connsiteX3-177" fmla="*/ 53645 w 2783990"/>
              <a:gd name="connsiteY3-178" fmla="*/ 1131655 h 2521674"/>
              <a:gd name="connsiteX4-179" fmla="*/ 285337 w 2783990"/>
              <a:gd name="connsiteY4-180" fmla="*/ 215809 h 2521674"/>
              <a:gd name="connsiteX5-181" fmla="*/ 371595 w 2783990"/>
              <a:gd name="connsiteY5-182" fmla="*/ 0 h 2521674"/>
              <a:gd name="connsiteX6-183" fmla="*/ 2549524 w 2783990"/>
              <a:gd name="connsiteY6-184" fmla="*/ 0 h 2521674"/>
              <a:gd name="connsiteX7-185" fmla="*/ 2532865 w 2783990"/>
              <a:gd name="connsiteY7-186" fmla="*/ 51620 h 2521674"/>
              <a:gd name="connsiteX8-187" fmla="*/ 2522568 w 2783990"/>
              <a:gd name="connsiteY8-188" fmla="*/ 241747 h 2521674"/>
              <a:gd name="connsiteX9-189" fmla="*/ 2633729 w 2783990"/>
              <a:gd name="connsiteY9-190" fmla="*/ 478437 h 2521674"/>
              <a:gd name="connsiteX10-191" fmla="*/ 2783990 w 2783990"/>
              <a:gd name="connsiteY10-192" fmla="*/ 629041 h 2521674"/>
              <a:gd name="connsiteX0-193" fmla="*/ 43407 w 2783990"/>
              <a:gd name="connsiteY0-194" fmla="*/ 1860386 h 1860867"/>
              <a:gd name="connsiteX1-195" fmla="*/ 43884 w 2783990"/>
              <a:gd name="connsiteY1-196" fmla="*/ 1860867 h 1860867"/>
              <a:gd name="connsiteX2-197" fmla="*/ 53645 w 2783990"/>
              <a:gd name="connsiteY2-198" fmla="*/ 1131655 h 1860867"/>
              <a:gd name="connsiteX3-199" fmla="*/ 285337 w 2783990"/>
              <a:gd name="connsiteY3-200" fmla="*/ 215809 h 1860867"/>
              <a:gd name="connsiteX4-201" fmla="*/ 371595 w 2783990"/>
              <a:gd name="connsiteY4-202" fmla="*/ 0 h 1860867"/>
              <a:gd name="connsiteX5-203" fmla="*/ 2549524 w 2783990"/>
              <a:gd name="connsiteY5-204" fmla="*/ 0 h 1860867"/>
              <a:gd name="connsiteX6-205" fmla="*/ 2532865 w 2783990"/>
              <a:gd name="connsiteY6-206" fmla="*/ 51620 h 1860867"/>
              <a:gd name="connsiteX7-207" fmla="*/ 2522568 w 2783990"/>
              <a:gd name="connsiteY7-208" fmla="*/ 241747 h 1860867"/>
              <a:gd name="connsiteX8-209" fmla="*/ 2633729 w 2783990"/>
              <a:gd name="connsiteY8-210" fmla="*/ 478437 h 1860867"/>
              <a:gd name="connsiteX9-211" fmla="*/ 2783990 w 2783990"/>
              <a:gd name="connsiteY9-212" fmla="*/ 629041 h 1860867"/>
              <a:gd name="connsiteX0-213" fmla="*/ 0 w 2740583"/>
              <a:gd name="connsiteY0-214" fmla="*/ 1860386 h 1860386"/>
              <a:gd name="connsiteX1-215" fmla="*/ 10238 w 2740583"/>
              <a:gd name="connsiteY1-216" fmla="*/ 1131655 h 1860386"/>
              <a:gd name="connsiteX2-217" fmla="*/ 241930 w 2740583"/>
              <a:gd name="connsiteY2-218" fmla="*/ 215809 h 1860386"/>
              <a:gd name="connsiteX3-219" fmla="*/ 328188 w 2740583"/>
              <a:gd name="connsiteY3-220" fmla="*/ 0 h 1860386"/>
              <a:gd name="connsiteX4-221" fmla="*/ 2506117 w 2740583"/>
              <a:gd name="connsiteY4-222" fmla="*/ 0 h 1860386"/>
              <a:gd name="connsiteX5-223" fmla="*/ 2489458 w 2740583"/>
              <a:gd name="connsiteY5-224" fmla="*/ 51620 h 1860386"/>
              <a:gd name="connsiteX6-225" fmla="*/ 2479161 w 2740583"/>
              <a:gd name="connsiteY6-226" fmla="*/ 241747 h 1860386"/>
              <a:gd name="connsiteX7-227" fmla="*/ 2590322 w 2740583"/>
              <a:gd name="connsiteY7-228" fmla="*/ 478437 h 1860386"/>
              <a:gd name="connsiteX8-229" fmla="*/ 2740583 w 2740583"/>
              <a:gd name="connsiteY8-230" fmla="*/ 629041 h 1860386"/>
              <a:gd name="connsiteX0-231" fmla="*/ 0 w 2730345"/>
              <a:gd name="connsiteY0-232" fmla="*/ 1131655 h 1131655"/>
              <a:gd name="connsiteX1-233" fmla="*/ 231692 w 2730345"/>
              <a:gd name="connsiteY1-234" fmla="*/ 215809 h 1131655"/>
              <a:gd name="connsiteX2-235" fmla="*/ 317950 w 2730345"/>
              <a:gd name="connsiteY2-236" fmla="*/ 0 h 1131655"/>
              <a:gd name="connsiteX3-237" fmla="*/ 2495879 w 2730345"/>
              <a:gd name="connsiteY3-238" fmla="*/ 0 h 1131655"/>
              <a:gd name="connsiteX4-239" fmla="*/ 2479220 w 2730345"/>
              <a:gd name="connsiteY4-240" fmla="*/ 51620 h 1131655"/>
              <a:gd name="connsiteX5-241" fmla="*/ 2468923 w 2730345"/>
              <a:gd name="connsiteY5-242" fmla="*/ 241747 h 1131655"/>
              <a:gd name="connsiteX6-243" fmla="*/ 2580084 w 2730345"/>
              <a:gd name="connsiteY6-244" fmla="*/ 478437 h 1131655"/>
              <a:gd name="connsiteX7-245" fmla="*/ 2730345 w 2730345"/>
              <a:gd name="connsiteY7-246" fmla="*/ 629041 h 1131655"/>
              <a:gd name="connsiteX0-247" fmla="*/ 0 w 2498653"/>
              <a:gd name="connsiteY0-248" fmla="*/ 215809 h 629041"/>
              <a:gd name="connsiteX1-249" fmla="*/ 86258 w 2498653"/>
              <a:gd name="connsiteY1-250" fmla="*/ 0 h 629041"/>
              <a:gd name="connsiteX2-251" fmla="*/ 2264187 w 2498653"/>
              <a:gd name="connsiteY2-252" fmla="*/ 0 h 629041"/>
              <a:gd name="connsiteX3-253" fmla="*/ 2247528 w 2498653"/>
              <a:gd name="connsiteY3-254" fmla="*/ 51620 h 629041"/>
              <a:gd name="connsiteX4-255" fmla="*/ 2237231 w 2498653"/>
              <a:gd name="connsiteY4-256" fmla="*/ 241747 h 629041"/>
              <a:gd name="connsiteX5-257" fmla="*/ 2348392 w 2498653"/>
              <a:gd name="connsiteY5-258" fmla="*/ 478437 h 629041"/>
              <a:gd name="connsiteX6-259" fmla="*/ 2498653 w 2498653"/>
              <a:gd name="connsiteY6-260" fmla="*/ 629041 h 629041"/>
              <a:gd name="connsiteX0-261" fmla="*/ 0 w 2412395"/>
              <a:gd name="connsiteY0-262" fmla="*/ 0 h 629041"/>
              <a:gd name="connsiteX1-263" fmla="*/ 2177929 w 2412395"/>
              <a:gd name="connsiteY1-264" fmla="*/ 0 h 629041"/>
              <a:gd name="connsiteX2-265" fmla="*/ 2161270 w 2412395"/>
              <a:gd name="connsiteY2-266" fmla="*/ 51620 h 629041"/>
              <a:gd name="connsiteX3-267" fmla="*/ 2150973 w 2412395"/>
              <a:gd name="connsiteY3-268" fmla="*/ 241747 h 629041"/>
              <a:gd name="connsiteX4-269" fmla="*/ 2262134 w 2412395"/>
              <a:gd name="connsiteY4-270" fmla="*/ 478437 h 629041"/>
              <a:gd name="connsiteX5-271" fmla="*/ 2412395 w 2412395"/>
              <a:gd name="connsiteY5-272" fmla="*/ 629041 h 629041"/>
              <a:gd name="connsiteX0-273" fmla="*/ 32050 w 266516"/>
              <a:gd name="connsiteY0-274" fmla="*/ 0 h 629041"/>
              <a:gd name="connsiteX1-275" fmla="*/ 15391 w 266516"/>
              <a:gd name="connsiteY1-276" fmla="*/ 51620 h 629041"/>
              <a:gd name="connsiteX2-277" fmla="*/ 5094 w 266516"/>
              <a:gd name="connsiteY2-278" fmla="*/ 241747 h 629041"/>
              <a:gd name="connsiteX3-279" fmla="*/ 116255 w 266516"/>
              <a:gd name="connsiteY3-280" fmla="*/ 478437 h 629041"/>
              <a:gd name="connsiteX4-281" fmla="*/ 266516 w 266516"/>
              <a:gd name="connsiteY4-282" fmla="*/ 629041 h 629041"/>
              <a:gd name="connsiteX0-283" fmla="*/ 32050 w 197178"/>
              <a:gd name="connsiteY0-284" fmla="*/ 0 h 555369"/>
              <a:gd name="connsiteX1-285" fmla="*/ 15391 w 197178"/>
              <a:gd name="connsiteY1-286" fmla="*/ 51620 h 555369"/>
              <a:gd name="connsiteX2-287" fmla="*/ 5094 w 197178"/>
              <a:gd name="connsiteY2-288" fmla="*/ 241747 h 555369"/>
              <a:gd name="connsiteX3-289" fmla="*/ 116255 w 197178"/>
              <a:gd name="connsiteY3-290" fmla="*/ 478437 h 555369"/>
              <a:gd name="connsiteX4-291" fmla="*/ 197178 w 197178"/>
              <a:gd name="connsiteY4-292" fmla="*/ 555369 h 555369"/>
              <a:gd name="connsiteX0-293" fmla="*/ 32050 w 197178"/>
              <a:gd name="connsiteY0-294" fmla="*/ 0 h 555369"/>
              <a:gd name="connsiteX1-295" fmla="*/ 15391 w 197178"/>
              <a:gd name="connsiteY1-296" fmla="*/ 51620 h 555369"/>
              <a:gd name="connsiteX2-297" fmla="*/ 5094 w 197178"/>
              <a:gd name="connsiteY2-298" fmla="*/ 241747 h 555369"/>
              <a:gd name="connsiteX3-299" fmla="*/ 116255 w 197178"/>
              <a:gd name="connsiteY3-300" fmla="*/ 478437 h 555369"/>
              <a:gd name="connsiteX4-301" fmla="*/ 197178 w 197178"/>
              <a:gd name="connsiteY4-302" fmla="*/ 555369 h 555369"/>
              <a:gd name="connsiteX0-303" fmla="*/ 32050 w 179844"/>
              <a:gd name="connsiteY0-304" fmla="*/ 0 h 533701"/>
              <a:gd name="connsiteX1-305" fmla="*/ 15391 w 179844"/>
              <a:gd name="connsiteY1-306" fmla="*/ 51620 h 533701"/>
              <a:gd name="connsiteX2-307" fmla="*/ 5094 w 179844"/>
              <a:gd name="connsiteY2-308" fmla="*/ 241747 h 533701"/>
              <a:gd name="connsiteX3-309" fmla="*/ 116255 w 179844"/>
              <a:gd name="connsiteY3-310" fmla="*/ 478437 h 533701"/>
              <a:gd name="connsiteX4-311" fmla="*/ 179844 w 179844"/>
              <a:gd name="connsiteY4-312" fmla="*/ 533701 h 533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79844" h="533701">
                <a:moveTo>
                  <a:pt x="32050" y="0"/>
                </a:moveTo>
                <a:lnTo>
                  <a:pt x="15391" y="51620"/>
                </a:lnTo>
                <a:cubicBezTo>
                  <a:pt x="795" y="112224"/>
                  <a:pt x="-5064" y="175068"/>
                  <a:pt x="5094" y="241747"/>
                </a:cubicBezTo>
                <a:cubicBezTo>
                  <a:pt x="18270" y="330070"/>
                  <a:pt x="59123" y="408993"/>
                  <a:pt x="116255" y="478437"/>
                </a:cubicBezTo>
                <a:lnTo>
                  <a:pt x="179844" y="533701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4"/>
            </p:custDataLst>
          </p:nvPr>
        </p:nvSpPr>
        <p:spPr>
          <a:xfrm>
            <a:off x="0" y="5434424"/>
            <a:ext cx="2257190" cy="1423576"/>
          </a:xfrm>
          <a:custGeom>
            <a:avLst/>
            <a:gdLst>
              <a:gd name="connsiteX0" fmla="*/ 717072 w 2257190"/>
              <a:gd name="connsiteY0" fmla="*/ 21 h 1423576"/>
              <a:gd name="connsiteX1" fmla="*/ 871967 w 2257190"/>
              <a:gd name="connsiteY1" fmla="*/ 10341 h 1423576"/>
              <a:gd name="connsiteX2" fmla="*/ 2141473 w 2257190"/>
              <a:gd name="connsiteY2" fmla="*/ 849947 h 1423576"/>
              <a:gd name="connsiteX3" fmla="*/ 2204105 w 2257190"/>
              <a:gd name="connsiteY3" fmla="*/ 1413498 h 1423576"/>
              <a:gd name="connsiteX4" fmla="*/ 2197963 w 2257190"/>
              <a:gd name="connsiteY4" fmla="*/ 1423576 h 1423576"/>
              <a:gd name="connsiteX5" fmla="*/ 0 w 2257190"/>
              <a:gd name="connsiteY5" fmla="*/ 1423576 h 1423576"/>
              <a:gd name="connsiteX6" fmla="*/ 0 w 2257190"/>
              <a:gd name="connsiteY6" fmla="*/ 196325 h 1423576"/>
              <a:gd name="connsiteX7" fmla="*/ 131835 w 2257190"/>
              <a:gd name="connsiteY7" fmla="*/ 129852 h 1423576"/>
              <a:gd name="connsiteX8" fmla="*/ 717072 w 2257190"/>
              <a:gd name="connsiteY8" fmla="*/ 21 h 1423576"/>
              <a:gd name="connsiteX0-1" fmla="*/ 0 w 2257190"/>
              <a:gd name="connsiteY0-2" fmla="*/ 1423576 h 1515016"/>
              <a:gd name="connsiteX1-3" fmla="*/ 0 w 2257190"/>
              <a:gd name="connsiteY1-4" fmla="*/ 196325 h 1515016"/>
              <a:gd name="connsiteX2-5" fmla="*/ 131835 w 2257190"/>
              <a:gd name="connsiteY2-6" fmla="*/ 129852 h 1515016"/>
              <a:gd name="connsiteX3-7" fmla="*/ 717072 w 2257190"/>
              <a:gd name="connsiteY3-8" fmla="*/ 21 h 1515016"/>
              <a:gd name="connsiteX4-9" fmla="*/ 871967 w 2257190"/>
              <a:gd name="connsiteY4-10" fmla="*/ 10341 h 1515016"/>
              <a:gd name="connsiteX5-11" fmla="*/ 2141473 w 2257190"/>
              <a:gd name="connsiteY5-12" fmla="*/ 849947 h 1515016"/>
              <a:gd name="connsiteX6-13" fmla="*/ 2204105 w 2257190"/>
              <a:gd name="connsiteY6-14" fmla="*/ 1413498 h 1515016"/>
              <a:gd name="connsiteX7-15" fmla="*/ 2197963 w 2257190"/>
              <a:gd name="connsiteY7-16" fmla="*/ 1423576 h 1515016"/>
              <a:gd name="connsiteX8-17" fmla="*/ 91440 w 2257190"/>
              <a:gd name="connsiteY8-18" fmla="*/ 1515016 h 1515016"/>
              <a:gd name="connsiteX0-19" fmla="*/ 0 w 2257190"/>
              <a:gd name="connsiteY0-20" fmla="*/ 1423576 h 1423576"/>
              <a:gd name="connsiteX1-21" fmla="*/ 0 w 2257190"/>
              <a:gd name="connsiteY1-22" fmla="*/ 196325 h 1423576"/>
              <a:gd name="connsiteX2-23" fmla="*/ 131835 w 2257190"/>
              <a:gd name="connsiteY2-24" fmla="*/ 129852 h 1423576"/>
              <a:gd name="connsiteX3-25" fmla="*/ 717072 w 2257190"/>
              <a:gd name="connsiteY3-26" fmla="*/ 21 h 1423576"/>
              <a:gd name="connsiteX4-27" fmla="*/ 871967 w 2257190"/>
              <a:gd name="connsiteY4-28" fmla="*/ 10341 h 1423576"/>
              <a:gd name="connsiteX5-29" fmla="*/ 2141473 w 2257190"/>
              <a:gd name="connsiteY5-30" fmla="*/ 849947 h 1423576"/>
              <a:gd name="connsiteX6-31" fmla="*/ 2204105 w 2257190"/>
              <a:gd name="connsiteY6-32" fmla="*/ 1413498 h 1423576"/>
              <a:gd name="connsiteX7-33" fmla="*/ 2197963 w 2257190"/>
              <a:gd name="connsiteY7-34" fmla="*/ 1423576 h 1423576"/>
              <a:gd name="connsiteX0-35" fmla="*/ 0 w 2257190"/>
              <a:gd name="connsiteY0-36" fmla="*/ 196325 h 1423576"/>
              <a:gd name="connsiteX1-37" fmla="*/ 131835 w 2257190"/>
              <a:gd name="connsiteY1-38" fmla="*/ 129852 h 1423576"/>
              <a:gd name="connsiteX2-39" fmla="*/ 717072 w 2257190"/>
              <a:gd name="connsiteY2-40" fmla="*/ 21 h 1423576"/>
              <a:gd name="connsiteX3-41" fmla="*/ 871967 w 2257190"/>
              <a:gd name="connsiteY3-42" fmla="*/ 10341 h 1423576"/>
              <a:gd name="connsiteX4-43" fmla="*/ 2141473 w 2257190"/>
              <a:gd name="connsiteY4-44" fmla="*/ 849947 h 1423576"/>
              <a:gd name="connsiteX5-45" fmla="*/ 2204105 w 2257190"/>
              <a:gd name="connsiteY5-46" fmla="*/ 1413498 h 1423576"/>
              <a:gd name="connsiteX6-47" fmla="*/ 2197963 w 2257190"/>
              <a:gd name="connsiteY6-48" fmla="*/ 1423576 h 14235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57190" h="1423576">
                <a:moveTo>
                  <a:pt x="0" y="196325"/>
                </a:moveTo>
                <a:lnTo>
                  <a:pt x="131835" y="129852"/>
                </a:lnTo>
                <a:cubicBezTo>
                  <a:pt x="316167" y="46896"/>
                  <a:pt x="512517" y="-1143"/>
                  <a:pt x="717072" y="21"/>
                </a:cubicBezTo>
                <a:cubicBezTo>
                  <a:pt x="768211" y="311"/>
                  <a:pt x="819862" y="3677"/>
                  <a:pt x="871967" y="10341"/>
                </a:cubicBezTo>
                <a:cubicBezTo>
                  <a:pt x="1390830" y="76811"/>
                  <a:pt x="1865993" y="420062"/>
                  <a:pt x="2141473" y="849947"/>
                </a:cubicBezTo>
                <a:cubicBezTo>
                  <a:pt x="2282328" y="1069782"/>
                  <a:pt x="2283623" y="1256789"/>
                  <a:pt x="2204105" y="1413498"/>
                </a:cubicBezTo>
                <a:lnTo>
                  <a:pt x="2197963" y="142357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5"/>
            </p:custDataLst>
          </p:nvPr>
        </p:nvSpPr>
        <p:spPr>
          <a:xfrm>
            <a:off x="7808686" y="5196793"/>
            <a:ext cx="4205104" cy="1081088"/>
          </a:xfrm>
        </p:spPr>
        <p:txBody>
          <a:bodyPr wrap="square" anchor="b">
            <a:normAutofit/>
          </a:bodyPr>
          <a:lstStyle>
            <a:lvl1pPr algn="l">
              <a:defRPr sz="5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061626" y="0"/>
            <a:ext cx="3951908" cy="6848941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71555 w 7400564"/>
              <a:gd name="connsiteY0-188" fmla="*/ 6690335 h 6848941"/>
              <a:gd name="connsiteX1-189" fmla="*/ 297531 w 7400564"/>
              <a:gd name="connsiteY1-190" fmla="*/ 4988015 h 6848941"/>
              <a:gd name="connsiteX2-191" fmla="*/ 1185748 w 7400564"/>
              <a:gd name="connsiteY2-192" fmla="*/ 4319741 h 6848941"/>
              <a:gd name="connsiteX3-193" fmla="*/ 1434084 w 7400564"/>
              <a:gd name="connsiteY3-194" fmla="*/ 4006521 h 6848941"/>
              <a:gd name="connsiteX4-195" fmla="*/ 1310806 w 7400564"/>
              <a:gd name="connsiteY4-196" fmla="*/ 2871674 h 6848941"/>
              <a:gd name="connsiteX5-197" fmla="*/ 17952 w 7400564"/>
              <a:gd name="connsiteY5-198" fmla="*/ 424197 h 6848941"/>
              <a:gd name="connsiteX6-199" fmla="*/ 4385 w 7400564"/>
              <a:gd name="connsiteY6-200" fmla="*/ 72040 h 6848941"/>
              <a:gd name="connsiteX7-201" fmla="*/ 14184 w 7400564"/>
              <a:gd name="connsiteY7-202" fmla="*/ 0 h 6848941"/>
              <a:gd name="connsiteX8-203" fmla="*/ 3448656 w 7400564"/>
              <a:gd name="connsiteY8-204" fmla="*/ 0 h 6848941"/>
              <a:gd name="connsiteX9-205" fmla="*/ 3479316 w 7400564"/>
              <a:gd name="connsiteY9-206" fmla="*/ 28643 h 6848941"/>
              <a:gd name="connsiteX10-207" fmla="*/ 5379722 w 7400564"/>
              <a:gd name="connsiteY10-208" fmla="*/ 948586 h 6848941"/>
              <a:gd name="connsiteX11-209" fmla="*/ 6857857 w 7400564"/>
              <a:gd name="connsiteY11-210" fmla="*/ 2084643 h 6848941"/>
              <a:gd name="connsiteX12-211" fmla="*/ 6939573 w 7400564"/>
              <a:gd name="connsiteY12-212" fmla="*/ 2203515 h 6848941"/>
              <a:gd name="connsiteX13-213" fmla="*/ 7318077 w 7400564"/>
              <a:gd name="connsiteY13-214" fmla="*/ 4131540 h 6848941"/>
              <a:gd name="connsiteX14-215" fmla="*/ 7318154 w 7400564"/>
              <a:gd name="connsiteY14-216" fmla="*/ 4131044 h 6848941"/>
              <a:gd name="connsiteX15-217" fmla="*/ 6284751 w 7400564"/>
              <a:gd name="connsiteY15-218" fmla="*/ 5398505 h 6848941"/>
              <a:gd name="connsiteX16-219" fmla="*/ 4397232 w 7400564"/>
              <a:gd name="connsiteY16-220" fmla="*/ 6848941 h 6848941"/>
              <a:gd name="connsiteX0-221" fmla="*/ 297531 w 7400564"/>
              <a:gd name="connsiteY0-222" fmla="*/ 4988015 h 6848941"/>
              <a:gd name="connsiteX1-223" fmla="*/ 1185748 w 7400564"/>
              <a:gd name="connsiteY1-224" fmla="*/ 4319741 h 6848941"/>
              <a:gd name="connsiteX2-225" fmla="*/ 1434084 w 7400564"/>
              <a:gd name="connsiteY2-226" fmla="*/ 4006521 h 6848941"/>
              <a:gd name="connsiteX3-227" fmla="*/ 1310806 w 7400564"/>
              <a:gd name="connsiteY3-228" fmla="*/ 2871674 h 6848941"/>
              <a:gd name="connsiteX4-229" fmla="*/ 17952 w 7400564"/>
              <a:gd name="connsiteY4-230" fmla="*/ 424197 h 6848941"/>
              <a:gd name="connsiteX5-231" fmla="*/ 4385 w 7400564"/>
              <a:gd name="connsiteY5-232" fmla="*/ 72040 h 6848941"/>
              <a:gd name="connsiteX6-233" fmla="*/ 14184 w 7400564"/>
              <a:gd name="connsiteY6-234" fmla="*/ 0 h 6848941"/>
              <a:gd name="connsiteX7-235" fmla="*/ 3448656 w 7400564"/>
              <a:gd name="connsiteY7-236" fmla="*/ 0 h 6848941"/>
              <a:gd name="connsiteX8-237" fmla="*/ 3479316 w 7400564"/>
              <a:gd name="connsiteY8-238" fmla="*/ 28643 h 6848941"/>
              <a:gd name="connsiteX9-239" fmla="*/ 5379722 w 7400564"/>
              <a:gd name="connsiteY9-240" fmla="*/ 948586 h 6848941"/>
              <a:gd name="connsiteX10-241" fmla="*/ 6857857 w 7400564"/>
              <a:gd name="connsiteY10-242" fmla="*/ 2084643 h 6848941"/>
              <a:gd name="connsiteX11-243" fmla="*/ 6939573 w 7400564"/>
              <a:gd name="connsiteY11-244" fmla="*/ 2203515 h 6848941"/>
              <a:gd name="connsiteX12-245" fmla="*/ 7318077 w 7400564"/>
              <a:gd name="connsiteY12-246" fmla="*/ 4131540 h 6848941"/>
              <a:gd name="connsiteX13-247" fmla="*/ 7318154 w 7400564"/>
              <a:gd name="connsiteY13-248" fmla="*/ 4131044 h 6848941"/>
              <a:gd name="connsiteX14-249" fmla="*/ 6284751 w 7400564"/>
              <a:gd name="connsiteY14-250" fmla="*/ 5398505 h 6848941"/>
              <a:gd name="connsiteX15-251" fmla="*/ 4397232 w 7400564"/>
              <a:gd name="connsiteY15-252" fmla="*/ 6848941 h 6848941"/>
              <a:gd name="connsiteX0-253" fmla="*/ 1185748 w 7400564"/>
              <a:gd name="connsiteY0-254" fmla="*/ 4319741 h 6848941"/>
              <a:gd name="connsiteX1-255" fmla="*/ 1434084 w 7400564"/>
              <a:gd name="connsiteY1-256" fmla="*/ 4006521 h 6848941"/>
              <a:gd name="connsiteX2-257" fmla="*/ 1310806 w 7400564"/>
              <a:gd name="connsiteY2-258" fmla="*/ 2871674 h 6848941"/>
              <a:gd name="connsiteX3-259" fmla="*/ 17952 w 7400564"/>
              <a:gd name="connsiteY3-260" fmla="*/ 424197 h 6848941"/>
              <a:gd name="connsiteX4-261" fmla="*/ 4385 w 7400564"/>
              <a:gd name="connsiteY4-262" fmla="*/ 72040 h 6848941"/>
              <a:gd name="connsiteX5-263" fmla="*/ 14184 w 7400564"/>
              <a:gd name="connsiteY5-264" fmla="*/ 0 h 6848941"/>
              <a:gd name="connsiteX6-265" fmla="*/ 3448656 w 7400564"/>
              <a:gd name="connsiteY6-266" fmla="*/ 0 h 6848941"/>
              <a:gd name="connsiteX7-267" fmla="*/ 3479316 w 7400564"/>
              <a:gd name="connsiteY7-268" fmla="*/ 28643 h 6848941"/>
              <a:gd name="connsiteX8-269" fmla="*/ 5379722 w 7400564"/>
              <a:gd name="connsiteY8-270" fmla="*/ 948586 h 6848941"/>
              <a:gd name="connsiteX9-271" fmla="*/ 6857857 w 7400564"/>
              <a:gd name="connsiteY9-272" fmla="*/ 2084643 h 6848941"/>
              <a:gd name="connsiteX10-273" fmla="*/ 6939573 w 7400564"/>
              <a:gd name="connsiteY10-274" fmla="*/ 2203515 h 6848941"/>
              <a:gd name="connsiteX11-275" fmla="*/ 7318077 w 7400564"/>
              <a:gd name="connsiteY11-276" fmla="*/ 4131540 h 6848941"/>
              <a:gd name="connsiteX12-277" fmla="*/ 7318154 w 7400564"/>
              <a:gd name="connsiteY12-278" fmla="*/ 4131044 h 6848941"/>
              <a:gd name="connsiteX13-279" fmla="*/ 6284751 w 7400564"/>
              <a:gd name="connsiteY13-280" fmla="*/ 5398505 h 6848941"/>
              <a:gd name="connsiteX14-281" fmla="*/ 4397232 w 7400564"/>
              <a:gd name="connsiteY14-282" fmla="*/ 6848941 h 6848941"/>
              <a:gd name="connsiteX0-283" fmla="*/ 1434084 w 7400564"/>
              <a:gd name="connsiteY0-284" fmla="*/ 4006521 h 6848941"/>
              <a:gd name="connsiteX1-285" fmla="*/ 1310806 w 7400564"/>
              <a:gd name="connsiteY1-286" fmla="*/ 2871674 h 6848941"/>
              <a:gd name="connsiteX2-287" fmla="*/ 17952 w 7400564"/>
              <a:gd name="connsiteY2-288" fmla="*/ 424197 h 6848941"/>
              <a:gd name="connsiteX3-289" fmla="*/ 4385 w 7400564"/>
              <a:gd name="connsiteY3-290" fmla="*/ 72040 h 6848941"/>
              <a:gd name="connsiteX4-291" fmla="*/ 14184 w 7400564"/>
              <a:gd name="connsiteY4-292" fmla="*/ 0 h 6848941"/>
              <a:gd name="connsiteX5-293" fmla="*/ 3448656 w 7400564"/>
              <a:gd name="connsiteY5-294" fmla="*/ 0 h 6848941"/>
              <a:gd name="connsiteX6-295" fmla="*/ 3479316 w 7400564"/>
              <a:gd name="connsiteY6-296" fmla="*/ 28643 h 6848941"/>
              <a:gd name="connsiteX7-297" fmla="*/ 5379722 w 7400564"/>
              <a:gd name="connsiteY7-298" fmla="*/ 948586 h 6848941"/>
              <a:gd name="connsiteX8-299" fmla="*/ 6857857 w 7400564"/>
              <a:gd name="connsiteY8-300" fmla="*/ 2084643 h 6848941"/>
              <a:gd name="connsiteX9-301" fmla="*/ 6939573 w 7400564"/>
              <a:gd name="connsiteY9-302" fmla="*/ 2203515 h 6848941"/>
              <a:gd name="connsiteX10-303" fmla="*/ 7318077 w 7400564"/>
              <a:gd name="connsiteY10-304" fmla="*/ 4131540 h 6848941"/>
              <a:gd name="connsiteX11-305" fmla="*/ 7318154 w 7400564"/>
              <a:gd name="connsiteY11-306" fmla="*/ 4131044 h 6848941"/>
              <a:gd name="connsiteX12-307" fmla="*/ 6284751 w 7400564"/>
              <a:gd name="connsiteY12-308" fmla="*/ 5398505 h 6848941"/>
              <a:gd name="connsiteX13-309" fmla="*/ 4397232 w 7400564"/>
              <a:gd name="connsiteY13-310" fmla="*/ 6848941 h 6848941"/>
              <a:gd name="connsiteX0-311" fmla="*/ 1310806 w 7400564"/>
              <a:gd name="connsiteY0-312" fmla="*/ 2871674 h 6848941"/>
              <a:gd name="connsiteX1-313" fmla="*/ 17952 w 7400564"/>
              <a:gd name="connsiteY1-314" fmla="*/ 424197 h 6848941"/>
              <a:gd name="connsiteX2-315" fmla="*/ 4385 w 7400564"/>
              <a:gd name="connsiteY2-316" fmla="*/ 72040 h 6848941"/>
              <a:gd name="connsiteX3-317" fmla="*/ 14184 w 7400564"/>
              <a:gd name="connsiteY3-318" fmla="*/ 0 h 6848941"/>
              <a:gd name="connsiteX4-319" fmla="*/ 3448656 w 7400564"/>
              <a:gd name="connsiteY4-320" fmla="*/ 0 h 6848941"/>
              <a:gd name="connsiteX5-321" fmla="*/ 3479316 w 7400564"/>
              <a:gd name="connsiteY5-322" fmla="*/ 28643 h 6848941"/>
              <a:gd name="connsiteX6-323" fmla="*/ 5379722 w 7400564"/>
              <a:gd name="connsiteY6-324" fmla="*/ 948586 h 6848941"/>
              <a:gd name="connsiteX7-325" fmla="*/ 6857857 w 7400564"/>
              <a:gd name="connsiteY7-326" fmla="*/ 2084643 h 6848941"/>
              <a:gd name="connsiteX8-327" fmla="*/ 6939573 w 7400564"/>
              <a:gd name="connsiteY8-328" fmla="*/ 2203515 h 6848941"/>
              <a:gd name="connsiteX9-329" fmla="*/ 7318077 w 7400564"/>
              <a:gd name="connsiteY9-330" fmla="*/ 4131540 h 6848941"/>
              <a:gd name="connsiteX10-331" fmla="*/ 7318154 w 7400564"/>
              <a:gd name="connsiteY10-332" fmla="*/ 4131044 h 6848941"/>
              <a:gd name="connsiteX11-333" fmla="*/ 6284751 w 7400564"/>
              <a:gd name="connsiteY11-334" fmla="*/ 5398505 h 6848941"/>
              <a:gd name="connsiteX12-335" fmla="*/ 4397232 w 7400564"/>
              <a:gd name="connsiteY12-336" fmla="*/ 6848941 h 6848941"/>
              <a:gd name="connsiteX0-337" fmla="*/ 17952 w 7400564"/>
              <a:gd name="connsiteY0-338" fmla="*/ 424197 h 6848941"/>
              <a:gd name="connsiteX1-339" fmla="*/ 4385 w 7400564"/>
              <a:gd name="connsiteY1-340" fmla="*/ 72040 h 6848941"/>
              <a:gd name="connsiteX2-341" fmla="*/ 14184 w 7400564"/>
              <a:gd name="connsiteY2-342" fmla="*/ 0 h 6848941"/>
              <a:gd name="connsiteX3-343" fmla="*/ 3448656 w 7400564"/>
              <a:gd name="connsiteY3-344" fmla="*/ 0 h 6848941"/>
              <a:gd name="connsiteX4-345" fmla="*/ 3479316 w 7400564"/>
              <a:gd name="connsiteY4-346" fmla="*/ 28643 h 6848941"/>
              <a:gd name="connsiteX5-347" fmla="*/ 5379722 w 7400564"/>
              <a:gd name="connsiteY5-348" fmla="*/ 948586 h 6848941"/>
              <a:gd name="connsiteX6-349" fmla="*/ 6857857 w 7400564"/>
              <a:gd name="connsiteY6-350" fmla="*/ 2084643 h 6848941"/>
              <a:gd name="connsiteX7-351" fmla="*/ 6939573 w 7400564"/>
              <a:gd name="connsiteY7-352" fmla="*/ 2203515 h 6848941"/>
              <a:gd name="connsiteX8-353" fmla="*/ 7318077 w 7400564"/>
              <a:gd name="connsiteY8-354" fmla="*/ 4131540 h 6848941"/>
              <a:gd name="connsiteX9-355" fmla="*/ 7318154 w 7400564"/>
              <a:gd name="connsiteY9-356" fmla="*/ 4131044 h 6848941"/>
              <a:gd name="connsiteX10-357" fmla="*/ 6284751 w 7400564"/>
              <a:gd name="connsiteY10-358" fmla="*/ 5398505 h 6848941"/>
              <a:gd name="connsiteX11-359" fmla="*/ 4397232 w 7400564"/>
              <a:gd name="connsiteY11-360" fmla="*/ 6848941 h 6848941"/>
              <a:gd name="connsiteX0-361" fmla="*/ 0 w 7396179"/>
              <a:gd name="connsiteY0-362" fmla="*/ 72040 h 6848941"/>
              <a:gd name="connsiteX1-363" fmla="*/ 9799 w 7396179"/>
              <a:gd name="connsiteY1-364" fmla="*/ 0 h 6848941"/>
              <a:gd name="connsiteX2-365" fmla="*/ 3444271 w 7396179"/>
              <a:gd name="connsiteY2-366" fmla="*/ 0 h 6848941"/>
              <a:gd name="connsiteX3-367" fmla="*/ 3474931 w 7396179"/>
              <a:gd name="connsiteY3-368" fmla="*/ 28643 h 6848941"/>
              <a:gd name="connsiteX4-369" fmla="*/ 5375337 w 7396179"/>
              <a:gd name="connsiteY4-370" fmla="*/ 948586 h 6848941"/>
              <a:gd name="connsiteX5-371" fmla="*/ 6853472 w 7396179"/>
              <a:gd name="connsiteY5-372" fmla="*/ 2084643 h 6848941"/>
              <a:gd name="connsiteX6-373" fmla="*/ 6935188 w 7396179"/>
              <a:gd name="connsiteY6-374" fmla="*/ 2203515 h 6848941"/>
              <a:gd name="connsiteX7-375" fmla="*/ 7313692 w 7396179"/>
              <a:gd name="connsiteY7-376" fmla="*/ 4131540 h 6848941"/>
              <a:gd name="connsiteX8-377" fmla="*/ 7313769 w 7396179"/>
              <a:gd name="connsiteY8-378" fmla="*/ 4131044 h 6848941"/>
              <a:gd name="connsiteX9-379" fmla="*/ 6280366 w 7396179"/>
              <a:gd name="connsiteY9-380" fmla="*/ 5398505 h 6848941"/>
              <a:gd name="connsiteX10-381" fmla="*/ 4392847 w 7396179"/>
              <a:gd name="connsiteY10-382" fmla="*/ 6848941 h 6848941"/>
              <a:gd name="connsiteX0-383" fmla="*/ 0 w 7386380"/>
              <a:gd name="connsiteY0-384" fmla="*/ 0 h 6848941"/>
              <a:gd name="connsiteX1-385" fmla="*/ 3434472 w 7386380"/>
              <a:gd name="connsiteY1-386" fmla="*/ 0 h 6848941"/>
              <a:gd name="connsiteX2-387" fmla="*/ 3465132 w 7386380"/>
              <a:gd name="connsiteY2-388" fmla="*/ 28643 h 6848941"/>
              <a:gd name="connsiteX3-389" fmla="*/ 5365538 w 7386380"/>
              <a:gd name="connsiteY3-390" fmla="*/ 948586 h 6848941"/>
              <a:gd name="connsiteX4-391" fmla="*/ 6843673 w 7386380"/>
              <a:gd name="connsiteY4-392" fmla="*/ 2084643 h 6848941"/>
              <a:gd name="connsiteX5-393" fmla="*/ 6925389 w 7386380"/>
              <a:gd name="connsiteY5-394" fmla="*/ 2203515 h 6848941"/>
              <a:gd name="connsiteX6-395" fmla="*/ 7303893 w 7386380"/>
              <a:gd name="connsiteY6-396" fmla="*/ 4131540 h 6848941"/>
              <a:gd name="connsiteX7-397" fmla="*/ 7303970 w 7386380"/>
              <a:gd name="connsiteY7-398" fmla="*/ 4131044 h 6848941"/>
              <a:gd name="connsiteX8-399" fmla="*/ 6270567 w 7386380"/>
              <a:gd name="connsiteY8-400" fmla="*/ 5398505 h 6848941"/>
              <a:gd name="connsiteX9-401" fmla="*/ 4383048 w 7386380"/>
              <a:gd name="connsiteY9-402" fmla="*/ 6848941 h 6848941"/>
              <a:gd name="connsiteX0-403" fmla="*/ 0 w 3951908"/>
              <a:gd name="connsiteY0-404" fmla="*/ 0 h 6848941"/>
              <a:gd name="connsiteX1-405" fmla="*/ 30660 w 3951908"/>
              <a:gd name="connsiteY1-406" fmla="*/ 28643 h 6848941"/>
              <a:gd name="connsiteX2-407" fmla="*/ 1931066 w 3951908"/>
              <a:gd name="connsiteY2-408" fmla="*/ 948586 h 6848941"/>
              <a:gd name="connsiteX3-409" fmla="*/ 3409201 w 3951908"/>
              <a:gd name="connsiteY3-410" fmla="*/ 2084643 h 6848941"/>
              <a:gd name="connsiteX4-411" fmla="*/ 3490917 w 3951908"/>
              <a:gd name="connsiteY4-412" fmla="*/ 2203515 h 6848941"/>
              <a:gd name="connsiteX5-413" fmla="*/ 3869421 w 3951908"/>
              <a:gd name="connsiteY5-414" fmla="*/ 4131540 h 6848941"/>
              <a:gd name="connsiteX6-415" fmla="*/ 3869498 w 3951908"/>
              <a:gd name="connsiteY6-416" fmla="*/ 4131044 h 6848941"/>
              <a:gd name="connsiteX7-417" fmla="*/ 2836095 w 3951908"/>
              <a:gd name="connsiteY7-418" fmla="*/ 5398505 h 6848941"/>
              <a:gd name="connsiteX8-419" fmla="*/ 948576 w 3951908"/>
              <a:gd name="connsiteY8-420" fmla="*/ 6848941 h 68489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951908" h="6848941">
                <a:moveTo>
                  <a:pt x="0" y="0"/>
                </a:moveTo>
                <a:lnTo>
                  <a:pt x="30660" y="28643"/>
                </a:lnTo>
                <a:cubicBezTo>
                  <a:pt x="721593" y="671978"/>
                  <a:pt x="1211183" y="744555"/>
                  <a:pt x="1931066" y="948586"/>
                </a:cubicBezTo>
                <a:cubicBezTo>
                  <a:pt x="2492802" y="1107860"/>
                  <a:pt x="3013420" y="1533120"/>
                  <a:pt x="3409201" y="2084643"/>
                </a:cubicBezTo>
                <a:cubicBezTo>
                  <a:pt x="3437454" y="2123974"/>
                  <a:pt x="3464921" y="2163776"/>
                  <a:pt x="3490917" y="2203515"/>
                </a:cubicBezTo>
                <a:cubicBezTo>
                  <a:pt x="3877724" y="2793404"/>
                  <a:pt x="4074645" y="3540787"/>
                  <a:pt x="3869421" y="4131540"/>
                </a:cubicBezTo>
                <a:cubicBezTo>
                  <a:pt x="3869447" y="4131375"/>
                  <a:pt x="3869472" y="4131209"/>
                  <a:pt x="3869498" y="4131044"/>
                </a:cubicBezTo>
                <a:cubicBezTo>
                  <a:pt x="3675885" y="4688625"/>
                  <a:pt x="3322915" y="4945522"/>
                  <a:pt x="2836095" y="5398505"/>
                </a:cubicBezTo>
                <a:cubicBezTo>
                  <a:pt x="2349275" y="5851488"/>
                  <a:pt x="1543565" y="6471482"/>
                  <a:pt x="948576" y="6848941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>
            <a:off x="5584610" y="0"/>
            <a:ext cx="3950230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246028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460283 w 6410513"/>
              <a:gd name="connsiteY8-148" fmla="*/ 0 h 6858000"/>
              <a:gd name="connsiteX9-149" fmla="*/ 2550070 w 6410513"/>
              <a:gd name="connsiteY9-150" fmla="*/ 69221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2460283 w 6410513"/>
              <a:gd name="connsiteY7-186" fmla="*/ 0 h 6858000"/>
              <a:gd name="connsiteX8-187" fmla="*/ 2550070 w 6410513"/>
              <a:gd name="connsiteY8-188" fmla="*/ 69221 h 6858000"/>
              <a:gd name="connsiteX9-189" fmla="*/ 3018077 w 6410513"/>
              <a:gd name="connsiteY9-190" fmla="*/ 479799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2460283 w 6410513"/>
              <a:gd name="connsiteY6-222" fmla="*/ 0 h 6858000"/>
              <a:gd name="connsiteX7-223" fmla="*/ 2550070 w 6410513"/>
              <a:gd name="connsiteY7-224" fmla="*/ 69221 h 6858000"/>
              <a:gd name="connsiteX8-225" fmla="*/ 3018077 w 6410513"/>
              <a:gd name="connsiteY8-226" fmla="*/ 479799 h 6858000"/>
              <a:gd name="connsiteX9-227" fmla="*/ 4668556 w 6410513"/>
              <a:gd name="connsiteY9-228" fmla="*/ 1383678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27746 w 6398989"/>
              <a:gd name="connsiteY0-246" fmla="*/ 6858000 h 6858000"/>
              <a:gd name="connsiteX1-247" fmla="*/ 151195 w 6398989"/>
              <a:gd name="connsiteY1-248" fmla="*/ 6713993 h 6858000"/>
              <a:gd name="connsiteX2-249" fmla="*/ 39071 w 6398989"/>
              <a:gd name="connsiteY2-250" fmla="*/ 6349709 h 6858000"/>
              <a:gd name="connsiteX3-251" fmla="*/ 226139 w 6398989"/>
              <a:gd name="connsiteY3-252" fmla="*/ 4890555 h 6858000"/>
              <a:gd name="connsiteX4-253" fmla="*/ 1202111 w 6398989"/>
              <a:gd name="connsiteY4-254" fmla="*/ 4040684 h 6858000"/>
              <a:gd name="connsiteX5-255" fmla="*/ 2448759 w 6398989"/>
              <a:gd name="connsiteY5-256" fmla="*/ 0 h 6858000"/>
              <a:gd name="connsiteX6-257" fmla="*/ 2538546 w 6398989"/>
              <a:gd name="connsiteY6-258" fmla="*/ 69221 h 6858000"/>
              <a:gd name="connsiteX7-259" fmla="*/ 3006553 w 6398989"/>
              <a:gd name="connsiteY7-260" fmla="*/ 479799 h 6858000"/>
              <a:gd name="connsiteX8-261" fmla="*/ 4657032 w 6398989"/>
              <a:gd name="connsiteY8-262" fmla="*/ 1383678 h 6858000"/>
              <a:gd name="connsiteX9-263" fmla="*/ 5923390 w 6398989"/>
              <a:gd name="connsiteY9-264" fmla="*/ 2398231 h 6858000"/>
              <a:gd name="connsiteX10-265" fmla="*/ 5994155 w 6398989"/>
              <a:gd name="connsiteY10-266" fmla="*/ 2502345 h 6858000"/>
              <a:gd name="connsiteX11-267" fmla="*/ 6330782 w 6398989"/>
              <a:gd name="connsiteY11-268" fmla="*/ 4183546 h 6858000"/>
              <a:gd name="connsiteX12-269" fmla="*/ 6329856 w 6398989"/>
              <a:gd name="connsiteY12-270" fmla="*/ 4183178 h 6858000"/>
              <a:gd name="connsiteX13-271" fmla="*/ 5462903 w 6398989"/>
              <a:gd name="connsiteY13-272" fmla="*/ 5267186 h 6858000"/>
              <a:gd name="connsiteX14-273" fmla="*/ 3544790 w 6398989"/>
              <a:gd name="connsiteY14-274" fmla="*/ 6697536 h 6858000"/>
              <a:gd name="connsiteX15-275" fmla="*/ 3249129 w 6398989"/>
              <a:gd name="connsiteY15-276" fmla="*/ 6849975 h 6858000"/>
              <a:gd name="connsiteX16-277" fmla="*/ 3231337 w 6398989"/>
              <a:gd name="connsiteY16-278" fmla="*/ 6858000 h 6858000"/>
              <a:gd name="connsiteX0-279" fmla="*/ 188675 w 6359918"/>
              <a:gd name="connsiteY0-280" fmla="*/ 6858000 h 6858000"/>
              <a:gd name="connsiteX1-281" fmla="*/ 112124 w 6359918"/>
              <a:gd name="connsiteY1-282" fmla="*/ 6713993 h 6858000"/>
              <a:gd name="connsiteX2-283" fmla="*/ 0 w 6359918"/>
              <a:gd name="connsiteY2-284" fmla="*/ 6349709 h 6858000"/>
              <a:gd name="connsiteX3-285" fmla="*/ 1163040 w 6359918"/>
              <a:gd name="connsiteY3-286" fmla="*/ 4040684 h 6858000"/>
              <a:gd name="connsiteX4-287" fmla="*/ 2409688 w 6359918"/>
              <a:gd name="connsiteY4-288" fmla="*/ 0 h 6858000"/>
              <a:gd name="connsiteX5-289" fmla="*/ 2499475 w 6359918"/>
              <a:gd name="connsiteY5-290" fmla="*/ 69221 h 6858000"/>
              <a:gd name="connsiteX6-291" fmla="*/ 2967482 w 6359918"/>
              <a:gd name="connsiteY6-292" fmla="*/ 479799 h 6858000"/>
              <a:gd name="connsiteX7-293" fmla="*/ 4617961 w 6359918"/>
              <a:gd name="connsiteY7-294" fmla="*/ 1383678 h 6858000"/>
              <a:gd name="connsiteX8-295" fmla="*/ 5884319 w 6359918"/>
              <a:gd name="connsiteY8-296" fmla="*/ 2398231 h 6858000"/>
              <a:gd name="connsiteX9-297" fmla="*/ 5955084 w 6359918"/>
              <a:gd name="connsiteY9-298" fmla="*/ 2502345 h 6858000"/>
              <a:gd name="connsiteX10-299" fmla="*/ 6291711 w 6359918"/>
              <a:gd name="connsiteY10-300" fmla="*/ 4183546 h 6858000"/>
              <a:gd name="connsiteX11-301" fmla="*/ 6290785 w 6359918"/>
              <a:gd name="connsiteY11-302" fmla="*/ 4183178 h 6858000"/>
              <a:gd name="connsiteX12-303" fmla="*/ 5423832 w 6359918"/>
              <a:gd name="connsiteY12-304" fmla="*/ 5267186 h 6858000"/>
              <a:gd name="connsiteX13-305" fmla="*/ 3505719 w 6359918"/>
              <a:gd name="connsiteY13-306" fmla="*/ 6697536 h 6858000"/>
              <a:gd name="connsiteX14-307" fmla="*/ 3210058 w 6359918"/>
              <a:gd name="connsiteY14-308" fmla="*/ 6849975 h 6858000"/>
              <a:gd name="connsiteX15-309" fmla="*/ 3192266 w 6359918"/>
              <a:gd name="connsiteY15-310" fmla="*/ 6858000 h 6858000"/>
              <a:gd name="connsiteX0-311" fmla="*/ 76551 w 6247794"/>
              <a:gd name="connsiteY0-312" fmla="*/ 6858000 h 6858000"/>
              <a:gd name="connsiteX1-313" fmla="*/ 0 w 6247794"/>
              <a:gd name="connsiteY1-314" fmla="*/ 6713993 h 6858000"/>
              <a:gd name="connsiteX2-315" fmla="*/ 1050916 w 6247794"/>
              <a:gd name="connsiteY2-316" fmla="*/ 4040684 h 6858000"/>
              <a:gd name="connsiteX3-317" fmla="*/ 2297564 w 6247794"/>
              <a:gd name="connsiteY3-318" fmla="*/ 0 h 6858000"/>
              <a:gd name="connsiteX4-319" fmla="*/ 2387351 w 6247794"/>
              <a:gd name="connsiteY4-320" fmla="*/ 69221 h 6858000"/>
              <a:gd name="connsiteX5-321" fmla="*/ 2855358 w 6247794"/>
              <a:gd name="connsiteY5-322" fmla="*/ 479799 h 6858000"/>
              <a:gd name="connsiteX6-323" fmla="*/ 4505837 w 6247794"/>
              <a:gd name="connsiteY6-324" fmla="*/ 1383678 h 6858000"/>
              <a:gd name="connsiteX7-325" fmla="*/ 5772195 w 6247794"/>
              <a:gd name="connsiteY7-326" fmla="*/ 2398231 h 6858000"/>
              <a:gd name="connsiteX8-327" fmla="*/ 5842960 w 6247794"/>
              <a:gd name="connsiteY8-328" fmla="*/ 2502345 h 6858000"/>
              <a:gd name="connsiteX9-329" fmla="*/ 6179587 w 6247794"/>
              <a:gd name="connsiteY9-330" fmla="*/ 4183546 h 6858000"/>
              <a:gd name="connsiteX10-331" fmla="*/ 6178661 w 6247794"/>
              <a:gd name="connsiteY10-332" fmla="*/ 4183178 h 6858000"/>
              <a:gd name="connsiteX11-333" fmla="*/ 5311708 w 6247794"/>
              <a:gd name="connsiteY11-334" fmla="*/ 5267186 h 6858000"/>
              <a:gd name="connsiteX12-335" fmla="*/ 3393595 w 6247794"/>
              <a:gd name="connsiteY12-336" fmla="*/ 6697536 h 6858000"/>
              <a:gd name="connsiteX13-337" fmla="*/ 3097934 w 6247794"/>
              <a:gd name="connsiteY13-338" fmla="*/ 6849975 h 6858000"/>
              <a:gd name="connsiteX14-339" fmla="*/ 3080142 w 6247794"/>
              <a:gd name="connsiteY14-340" fmla="*/ 6858000 h 6858000"/>
              <a:gd name="connsiteX0-341" fmla="*/ 0 w 6171243"/>
              <a:gd name="connsiteY0-342" fmla="*/ 6858000 h 6858000"/>
              <a:gd name="connsiteX1-343" fmla="*/ 974365 w 6171243"/>
              <a:gd name="connsiteY1-344" fmla="*/ 4040684 h 6858000"/>
              <a:gd name="connsiteX2-345" fmla="*/ 2221013 w 6171243"/>
              <a:gd name="connsiteY2-346" fmla="*/ 0 h 6858000"/>
              <a:gd name="connsiteX3-347" fmla="*/ 2310800 w 6171243"/>
              <a:gd name="connsiteY3-348" fmla="*/ 69221 h 6858000"/>
              <a:gd name="connsiteX4-349" fmla="*/ 2778807 w 6171243"/>
              <a:gd name="connsiteY4-350" fmla="*/ 479799 h 6858000"/>
              <a:gd name="connsiteX5-351" fmla="*/ 4429286 w 6171243"/>
              <a:gd name="connsiteY5-352" fmla="*/ 1383678 h 6858000"/>
              <a:gd name="connsiteX6-353" fmla="*/ 5695644 w 6171243"/>
              <a:gd name="connsiteY6-354" fmla="*/ 2398231 h 6858000"/>
              <a:gd name="connsiteX7-355" fmla="*/ 5766409 w 6171243"/>
              <a:gd name="connsiteY7-356" fmla="*/ 2502345 h 6858000"/>
              <a:gd name="connsiteX8-357" fmla="*/ 6103036 w 6171243"/>
              <a:gd name="connsiteY8-358" fmla="*/ 4183546 h 6858000"/>
              <a:gd name="connsiteX9-359" fmla="*/ 6102110 w 6171243"/>
              <a:gd name="connsiteY9-360" fmla="*/ 4183178 h 6858000"/>
              <a:gd name="connsiteX10-361" fmla="*/ 5235157 w 6171243"/>
              <a:gd name="connsiteY10-362" fmla="*/ 5267186 h 6858000"/>
              <a:gd name="connsiteX11-363" fmla="*/ 3317044 w 6171243"/>
              <a:gd name="connsiteY11-364" fmla="*/ 6697536 h 6858000"/>
              <a:gd name="connsiteX12-365" fmla="*/ 3021383 w 6171243"/>
              <a:gd name="connsiteY12-366" fmla="*/ 6849975 h 6858000"/>
              <a:gd name="connsiteX13-367" fmla="*/ 3003591 w 6171243"/>
              <a:gd name="connsiteY13-368" fmla="*/ 6858000 h 6858000"/>
              <a:gd name="connsiteX0-369" fmla="*/ 0 w 5196878"/>
              <a:gd name="connsiteY0-370" fmla="*/ 4040684 h 6858000"/>
              <a:gd name="connsiteX1-371" fmla="*/ 1246648 w 5196878"/>
              <a:gd name="connsiteY1-372" fmla="*/ 0 h 6858000"/>
              <a:gd name="connsiteX2-373" fmla="*/ 1336435 w 5196878"/>
              <a:gd name="connsiteY2-374" fmla="*/ 69221 h 6858000"/>
              <a:gd name="connsiteX3-375" fmla="*/ 1804442 w 5196878"/>
              <a:gd name="connsiteY3-376" fmla="*/ 479799 h 6858000"/>
              <a:gd name="connsiteX4-377" fmla="*/ 3454921 w 5196878"/>
              <a:gd name="connsiteY4-378" fmla="*/ 1383678 h 6858000"/>
              <a:gd name="connsiteX5-379" fmla="*/ 4721279 w 5196878"/>
              <a:gd name="connsiteY5-380" fmla="*/ 2398231 h 6858000"/>
              <a:gd name="connsiteX6-381" fmla="*/ 4792044 w 5196878"/>
              <a:gd name="connsiteY6-382" fmla="*/ 2502345 h 6858000"/>
              <a:gd name="connsiteX7-383" fmla="*/ 5128671 w 5196878"/>
              <a:gd name="connsiteY7-384" fmla="*/ 4183546 h 6858000"/>
              <a:gd name="connsiteX8-385" fmla="*/ 5127745 w 5196878"/>
              <a:gd name="connsiteY8-386" fmla="*/ 4183178 h 6858000"/>
              <a:gd name="connsiteX9-387" fmla="*/ 4260792 w 5196878"/>
              <a:gd name="connsiteY9-388" fmla="*/ 5267186 h 6858000"/>
              <a:gd name="connsiteX10-389" fmla="*/ 2342679 w 5196878"/>
              <a:gd name="connsiteY10-390" fmla="*/ 6697536 h 6858000"/>
              <a:gd name="connsiteX11-391" fmla="*/ 2047018 w 5196878"/>
              <a:gd name="connsiteY11-392" fmla="*/ 6849975 h 6858000"/>
              <a:gd name="connsiteX12-393" fmla="*/ 2029226 w 5196878"/>
              <a:gd name="connsiteY12-394" fmla="*/ 6858000 h 6858000"/>
              <a:gd name="connsiteX0-395" fmla="*/ 0 w 3950230"/>
              <a:gd name="connsiteY0-396" fmla="*/ 0 h 6858000"/>
              <a:gd name="connsiteX1-397" fmla="*/ 89787 w 3950230"/>
              <a:gd name="connsiteY1-398" fmla="*/ 69221 h 6858000"/>
              <a:gd name="connsiteX2-399" fmla="*/ 557794 w 3950230"/>
              <a:gd name="connsiteY2-400" fmla="*/ 479799 h 6858000"/>
              <a:gd name="connsiteX3-401" fmla="*/ 2208273 w 3950230"/>
              <a:gd name="connsiteY3-402" fmla="*/ 1383678 h 6858000"/>
              <a:gd name="connsiteX4-403" fmla="*/ 3474631 w 3950230"/>
              <a:gd name="connsiteY4-404" fmla="*/ 2398231 h 6858000"/>
              <a:gd name="connsiteX5-405" fmla="*/ 3545396 w 3950230"/>
              <a:gd name="connsiteY5-406" fmla="*/ 2502345 h 6858000"/>
              <a:gd name="connsiteX6-407" fmla="*/ 3882023 w 3950230"/>
              <a:gd name="connsiteY6-408" fmla="*/ 4183546 h 6858000"/>
              <a:gd name="connsiteX7-409" fmla="*/ 3881097 w 3950230"/>
              <a:gd name="connsiteY7-410" fmla="*/ 4183178 h 6858000"/>
              <a:gd name="connsiteX8-411" fmla="*/ 3014144 w 3950230"/>
              <a:gd name="connsiteY8-412" fmla="*/ 5267186 h 6858000"/>
              <a:gd name="connsiteX9-413" fmla="*/ 1096031 w 3950230"/>
              <a:gd name="connsiteY9-414" fmla="*/ 6697536 h 6858000"/>
              <a:gd name="connsiteX10-415" fmla="*/ 800370 w 3950230"/>
              <a:gd name="connsiteY10-416" fmla="*/ 6849975 h 6858000"/>
              <a:gd name="connsiteX11-417" fmla="*/ 782578 w 3950230"/>
              <a:gd name="connsiteY11-41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</a:cxnLst>
            <a:rect l="l" t="t" r="r" b="b"/>
            <a:pathLst>
              <a:path w="3950230" h="6858000">
                <a:moveTo>
                  <a:pt x="0" y="0"/>
                </a:moveTo>
                <a:lnTo>
                  <a:pt x="89787" y="69221"/>
                </a:lnTo>
                <a:cubicBezTo>
                  <a:pt x="239961" y="191912"/>
                  <a:pt x="394453" y="330373"/>
                  <a:pt x="557794" y="479799"/>
                </a:cubicBezTo>
                <a:cubicBezTo>
                  <a:pt x="1174262" y="1043595"/>
                  <a:pt x="1591032" y="1176097"/>
                  <a:pt x="2208273" y="1383678"/>
                </a:cubicBezTo>
                <a:cubicBezTo>
                  <a:pt x="2684642" y="1543736"/>
                  <a:pt x="3132694" y="1915719"/>
                  <a:pt x="3474631" y="2398231"/>
                </a:cubicBezTo>
                <a:cubicBezTo>
                  <a:pt x="3499195" y="2432978"/>
                  <a:pt x="3523025" y="2467687"/>
                  <a:pt x="3545396" y="2502345"/>
                </a:cubicBezTo>
                <a:cubicBezTo>
                  <a:pt x="3880109" y="3018194"/>
                  <a:pt x="4056090" y="3666389"/>
                  <a:pt x="3882023" y="4183546"/>
                </a:cubicBezTo>
                <a:lnTo>
                  <a:pt x="3881097" y="4183178"/>
                </a:lnTo>
                <a:cubicBezTo>
                  <a:pt x="3721074" y="4659034"/>
                  <a:pt x="3337296" y="4950308"/>
                  <a:pt x="3014144" y="5267186"/>
                </a:cubicBezTo>
                <a:cubicBezTo>
                  <a:pt x="2436666" y="5833454"/>
                  <a:pt x="1800286" y="6312548"/>
                  <a:pt x="1096031" y="6697536"/>
                </a:cubicBezTo>
                <a:cubicBezTo>
                  <a:pt x="999843" y="6750140"/>
                  <a:pt x="901179" y="6801163"/>
                  <a:pt x="800370" y="6849975"/>
                </a:cubicBezTo>
                <a:lnTo>
                  <a:pt x="782578" y="685800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3581387" y="258823"/>
            <a:ext cx="5337453" cy="6525582"/>
          </a:xfrm>
          <a:custGeom>
            <a:avLst/>
            <a:gdLst>
              <a:gd name="connsiteX0" fmla="*/ 5284163 w 5337453"/>
              <a:gd name="connsiteY0" fmla="*/ 3938348 h 6525582"/>
              <a:gd name="connsiteX1" fmla="*/ 4595955 w 5337453"/>
              <a:gd name="connsiteY1" fmla="*/ 4822522 h 6525582"/>
              <a:gd name="connsiteX2" fmla="*/ 3057500 w 5337453"/>
              <a:gd name="connsiteY2" fmla="*/ 5990732 h 6525582"/>
              <a:gd name="connsiteX3" fmla="*/ 771073 w 5337453"/>
              <a:gd name="connsiteY3" fmla="*/ 6492141 h 6525582"/>
              <a:gd name="connsiteX4" fmla="*/ 44701 w 5337453"/>
              <a:gd name="connsiteY4" fmla="*/ 5680699 h 6525582"/>
              <a:gd name="connsiteX5" fmla="*/ 189958 w 5337453"/>
              <a:gd name="connsiteY5" fmla="*/ 4486531 h 6525582"/>
              <a:gd name="connsiteX6" fmla="*/ 813015 w 5337453"/>
              <a:gd name="connsiteY6" fmla="*/ 4002128 h 6525582"/>
              <a:gd name="connsiteX7" fmla="*/ 990631 w 5337453"/>
              <a:gd name="connsiteY7" fmla="*/ 3780741 h 6525582"/>
              <a:gd name="connsiteX8" fmla="*/ 939551 w 5337453"/>
              <a:gd name="connsiteY8" fmla="*/ 2987512 h 6525582"/>
              <a:gd name="connsiteX9" fmla="*/ 112910 w 5337453"/>
              <a:gd name="connsiteY9" fmla="*/ 1244640 h 6525582"/>
              <a:gd name="connsiteX10" fmla="*/ 991696 w 5337453"/>
              <a:gd name="connsiteY10" fmla="*/ 21446 h 6525582"/>
              <a:gd name="connsiteX11" fmla="*/ 2525905 w 5337453"/>
              <a:gd name="connsiteY11" fmla="*/ 693168 h 6525582"/>
              <a:gd name="connsiteX12" fmla="*/ 3901054 w 5337453"/>
              <a:gd name="connsiteY12" fmla="*/ 1564998 h 6525582"/>
              <a:gd name="connsiteX13" fmla="*/ 4936586 w 5337453"/>
              <a:gd name="connsiteY13" fmla="*/ 2442288 h 6525582"/>
              <a:gd name="connsiteX14" fmla="*/ 4995132 w 5337453"/>
              <a:gd name="connsiteY14" fmla="*/ 2529715 h 6525582"/>
              <a:gd name="connsiteX15" fmla="*/ 5284429 w 5337453"/>
              <a:gd name="connsiteY15" fmla="*/ 3938196 h 652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37453" h="6525582">
                <a:moveTo>
                  <a:pt x="5284163" y="3938348"/>
                </a:moveTo>
                <a:cubicBezTo>
                  <a:pt x="5160061" y="4324974"/>
                  <a:pt x="4853666" y="4563328"/>
                  <a:pt x="4595955" y="4822522"/>
                </a:cubicBezTo>
                <a:cubicBezTo>
                  <a:pt x="4135531" y="5284968"/>
                  <a:pt x="3621264" y="5671835"/>
                  <a:pt x="3057500" y="5990732"/>
                </a:cubicBezTo>
                <a:cubicBezTo>
                  <a:pt x="2393767" y="6366398"/>
                  <a:pt x="1565156" y="6619890"/>
                  <a:pt x="771073" y="6492141"/>
                </a:cubicBezTo>
                <a:cubicBezTo>
                  <a:pt x="380552" y="6429580"/>
                  <a:pt x="126505" y="6101933"/>
                  <a:pt x="44701" y="5680699"/>
                </a:cubicBezTo>
                <a:cubicBezTo>
                  <a:pt x="-37760" y="5263809"/>
                  <a:pt x="-15355" y="4794380"/>
                  <a:pt x="189958" y="4486531"/>
                </a:cubicBezTo>
                <a:cubicBezTo>
                  <a:pt x="341741" y="4256674"/>
                  <a:pt x="612913" y="4172143"/>
                  <a:pt x="813015" y="4002128"/>
                </a:cubicBezTo>
                <a:cubicBezTo>
                  <a:pt x="883755" y="3941943"/>
                  <a:pt x="945305" y="3871204"/>
                  <a:pt x="990631" y="3780741"/>
                </a:cubicBezTo>
                <a:cubicBezTo>
                  <a:pt x="1110475" y="3541550"/>
                  <a:pt x="1054996" y="3247900"/>
                  <a:pt x="939551" y="2987512"/>
                </a:cubicBezTo>
                <a:cubicBezTo>
                  <a:pt x="687759" y="2419301"/>
                  <a:pt x="205887" y="1909714"/>
                  <a:pt x="112910" y="1244640"/>
                </a:cubicBezTo>
                <a:cubicBezTo>
                  <a:pt x="15220" y="548794"/>
                  <a:pt x="523528" y="112497"/>
                  <a:pt x="991696" y="21446"/>
                </a:cubicBezTo>
                <a:cubicBezTo>
                  <a:pt x="1506635" y="-78939"/>
                  <a:pt x="1949415" y="177775"/>
                  <a:pt x="2525905" y="693168"/>
                </a:cubicBezTo>
                <a:cubicBezTo>
                  <a:pt x="3057981" y="1168948"/>
                  <a:pt x="3395177" y="1357442"/>
                  <a:pt x="3901054" y="1564998"/>
                </a:cubicBezTo>
                <a:cubicBezTo>
                  <a:pt x="4283995" y="1722262"/>
                  <a:pt x="4653792" y="2036485"/>
                  <a:pt x="4936586" y="2442288"/>
                </a:cubicBezTo>
                <a:cubicBezTo>
                  <a:pt x="4956955" y="2471092"/>
                  <a:pt x="4976272" y="2500492"/>
                  <a:pt x="4995132" y="2529715"/>
                </a:cubicBezTo>
                <a:cubicBezTo>
                  <a:pt x="5272604" y="2962823"/>
                  <a:pt x="5424629" y="3502205"/>
                  <a:pt x="5284429" y="3938196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4260659" y="1146883"/>
            <a:ext cx="4061295" cy="4990109"/>
          </a:xfrm>
          <a:custGeom>
            <a:avLst/>
            <a:gdLst>
              <a:gd name="connsiteX0" fmla="*/ 4024814 w 4061295"/>
              <a:gd name="connsiteY0" fmla="*/ 3073365 h 4990109"/>
              <a:gd name="connsiteX1" fmla="*/ 3537861 w 4061295"/>
              <a:gd name="connsiteY1" fmla="*/ 3725942 h 4990109"/>
              <a:gd name="connsiteX2" fmla="*/ 2431299 w 4061295"/>
              <a:gd name="connsiteY2" fmla="*/ 4589529 h 4990109"/>
              <a:gd name="connsiteX3" fmla="*/ 571909 w 4061295"/>
              <a:gd name="connsiteY3" fmla="*/ 4940112 h 4990109"/>
              <a:gd name="connsiteX4" fmla="*/ 36309 w 4061295"/>
              <a:gd name="connsiteY4" fmla="*/ 4330881 h 4990109"/>
              <a:gd name="connsiteX5" fmla="*/ 135555 w 4061295"/>
              <a:gd name="connsiteY5" fmla="*/ 3445068 h 4990109"/>
              <a:gd name="connsiteX6" fmla="*/ 597956 w 4061295"/>
              <a:gd name="connsiteY6" fmla="*/ 3075892 h 4990109"/>
              <a:gd name="connsiteX7" fmla="*/ 731894 w 4061295"/>
              <a:gd name="connsiteY7" fmla="*/ 2910830 h 4990109"/>
              <a:gd name="connsiteX8" fmla="*/ 716950 w 4061295"/>
              <a:gd name="connsiteY8" fmla="*/ 2324560 h 4990109"/>
              <a:gd name="connsiteX9" fmla="*/ 156051 w 4061295"/>
              <a:gd name="connsiteY9" fmla="*/ 1014910 h 4990109"/>
              <a:gd name="connsiteX10" fmla="*/ 753074 w 4061295"/>
              <a:gd name="connsiteY10" fmla="*/ 56177 h 4990109"/>
              <a:gd name="connsiteX11" fmla="*/ 1935828 w 4061295"/>
              <a:gd name="connsiteY11" fmla="*/ 428310 h 4990109"/>
              <a:gd name="connsiteX12" fmla="*/ 2983047 w 4061295"/>
              <a:gd name="connsiteY12" fmla="*/ 1222213 h 4990109"/>
              <a:gd name="connsiteX13" fmla="*/ 3750525 w 4061295"/>
              <a:gd name="connsiteY13" fmla="*/ 1925310 h 4990109"/>
              <a:gd name="connsiteX14" fmla="*/ 3794824 w 4061295"/>
              <a:gd name="connsiteY14" fmla="*/ 1992925 h 4990109"/>
              <a:gd name="connsiteX15" fmla="*/ 4024928 w 4061295"/>
              <a:gd name="connsiteY15" fmla="*/ 3074114 h 499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1295" h="4990109">
                <a:moveTo>
                  <a:pt x="4024814" y="3073365"/>
                </a:moveTo>
                <a:cubicBezTo>
                  <a:pt x="3939562" y="3356638"/>
                  <a:pt x="3721651" y="3534172"/>
                  <a:pt x="3537861" y="3725942"/>
                </a:cubicBezTo>
                <a:cubicBezTo>
                  <a:pt x="3209285" y="4067800"/>
                  <a:pt x="2836091" y="4349994"/>
                  <a:pt x="2431299" y="4589529"/>
                </a:cubicBezTo>
                <a:cubicBezTo>
                  <a:pt x="1901225" y="4902927"/>
                  <a:pt x="1211407" y="5083724"/>
                  <a:pt x="571909" y="4940112"/>
                </a:cubicBezTo>
                <a:cubicBezTo>
                  <a:pt x="287885" y="4876308"/>
                  <a:pt x="100369" y="4640418"/>
                  <a:pt x="36309" y="4330881"/>
                </a:cubicBezTo>
                <a:cubicBezTo>
                  <a:pt x="-27574" y="4021661"/>
                  <a:pt x="-14632" y="3675078"/>
                  <a:pt x="135555" y="3445068"/>
                </a:cubicBezTo>
                <a:cubicBezTo>
                  <a:pt x="247832" y="3271650"/>
                  <a:pt x="448453" y="3204187"/>
                  <a:pt x="597956" y="3075892"/>
                </a:cubicBezTo>
                <a:cubicBezTo>
                  <a:pt x="650837" y="3030693"/>
                  <a:pt x="697317" y="2977746"/>
                  <a:pt x="731894" y="2910830"/>
                </a:cubicBezTo>
                <a:cubicBezTo>
                  <a:pt x="824004" y="2733919"/>
                  <a:pt x="791810" y="2518375"/>
                  <a:pt x="716950" y="2324560"/>
                </a:cubicBezTo>
                <a:cubicBezTo>
                  <a:pt x="553403" y="1900380"/>
                  <a:pt x="222215" y="1512408"/>
                  <a:pt x="156051" y="1014910"/>
                </a:cubicBezTo>
                <a:cubicBezTo>
                  <a:pt x="86743" y="495544"/>
                  <a:pt x="443586" y="171300"/>
                  <a:pt x="753074" y="56177"/>
                </a:cubicBezTo>
                <a:cubicBezTo>
                  <a:pt x="1110576" y="-76417"/>
                  <a:pt x="1461969" y="17187"/>
                  <a:pt x="1935828" y="428310"/>
                </a:cubicBezTo>
                <a:cubicBezTo>
                  <a:pt x="2360876" y="797321"/>
                  <a:pt x="2606164" y="1024816"/>
                  <a:pt x="2983047" y="1222213"/>
                </a:cubicBezTo>
                <a:cubicBezTo>
                  <a:pt x="3259478" y="1367196"/>
                  <a:pt x="3537266" y="1612331"/>
                  <a:pt x="3750525" y="1925310"/>
                </a:cubicBezTo>
                <a:cubicBezTo>
                  <a:pt x="3766039" y="1947827"/>
                  <a:pt x="3780641" y="1970459"/>
                  <a:pt x="3794824" y="1992925"/>
                </a:cubicBezTo>
                <a:cubicBezTo>
                  <a:pt x="4004674" y="2327075"/>
                  <a:pt x="4126380" y="2736561"/>
                  <a:pt x="4024928" y="3074114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4796140" y="1841521"/>
            <a:ext cx="2983056" cy="3767663"/>
          </a:xfrm>
          <a:custGeom>
            <a:avLst/>
            <a:gdLst>
              <a:gd name="connsiteX0" fmla="*/ 2960908 w 2983056"/>
              <a:gd name="connsiteY0" fmla="*/ 2408312 h 3766107"/>
              <a:gd name="connsiteX1" fmla="*/ 2645652 w 2983056"/>
              <a:gd name="connsiteY1" fmla="*/ 2864686 h 3766107"/>
              <a:gd name="connsiteX2" fmla="*/ 1906199 w 2983056"/>
              <a:gd name="connsiteY2" fmla="*/ 3470032 h 3766107"/>
              <a:gd name="connsiteX3" fmla="*/ 403766 w 2983056"/>
              <a:gd name="connsiteY3" fmla="*/ 3692269 h 3766107"/>
              <a:gd name="connsiteX4" fmla="*/ 29913 w 2983056"/>
              <a:gd name="connsiteY4" fmla="*/ 3254157 h 3766107"/>
              <a:gd name="connsiteX5" fmla="*/ 89676 w 2983056"/>
              <a:gd name="connsiteY5" fmla="*/ 2629787 h 3766107"/>
              <a:gd name="connsiteX6" fmla="*/ 415794 w 2983056"/>
              <a:gd name="connsiteY6" fmla="*/ 2357639 h 3766107"/>
              <a:gd name="connsiteX7" fmla="*/ 512835 w 2983056"/>
              <a:gd name="connsiteY7" fmla="*/ 2239846 h 3766107"/>
              <a:gd name="connsiteX8" fmla="*/ 529338 w 2983056"/>
              <a:gd name="connsiteY8" fmla="*/ 1828608 h 3766107"/>
              <a:gd name="connsiteX9" fmla="*/ 195095 w 2983056"/>
              <a:gd name="connsiteY9" fmla="*/ 885658 h 3766107"/>
              <a:gd name="connsiteX10" fmla="*/ 551393 w 2983056"/>
              <a:gd name="connsiteY10" fmla="*/ 149071 h 3766107"/>
              <a:gd name="connsiteX11" fmla="*/ 1437777 w 2983056"/>
              <a:gd name="connsiteY11" fmla="*/ 263218 h 3766107"/>
              <a:gd name="connsiteX12" fmla="*/ 2208056 w 2983056"/>
              <a:gd name="connsiteY12" fmla="*/ 995449 h 3766107"/>
              <a:gd name="connsiteX13" fmla="*/ 2748207 w 2983056"/>
              <a:gd name="connsiteY13" fmla="*/ 1552357 h 3766107"/>
              <a:gd name="connsiteX14" fmla="*/ 2780300 w 2983056"/>
              <a:gd name="connsiteY14" fmla="*/ 1602992 h 3766107"/>
              <a:gd name="connsiteX15" fmla="*/ 2960743 w 2983056"/>
              <a:gd name="connsiteY15" fmla="*/ 2408020 h 3766107"/>
              <a:gd name="connsiteX0-1" fmla="*/ 2960908 w 2983056"/>
              <a:gd name="connsiteY0-2" fmla="*/ 2408312 h 3766107"/>
              <a:gd name="connsiteX1-3" fmla="*/ 2645652 w 2983056"/>
              <a:gd name="connsiteY1-4" fmla="*/ 2864686 h 3766107"/>
              <a:gd name="connsiteX2-5" fmla="*/ 1906199 w 2983056"/>
              <a:gd name="connsiteY2-6" fmla="*/ 3470032 h 3766107"/>
              <a:gd name="connsiteX3-7" fmla="*/ 403766 w 2983056"/>
              <a:gd name="connsiteY3-8" fmla="*/ 3692269 h 3766107"/>
              <a:gd name="connsiteX4-9" fmla="*/ 29913 w 2983056"/>
              <a:gd name="connsiteY4-10" fmla="*/ 3254157 h 3766107"/>
              <a:gd name="connsiteX5-11" fmla="*/ 89676 w 2983056"/>
              <a:gd name="connsiteY5-12" fmla="*/ 2629787 h 3766107"/>
              <a:gd name="connsiteX6-13" fmla="*/ 415794 w 2983056"/>
              <a:gd name="connsiteY6-14" fmla="*/ 2357639 h 3766107"/>
              <a:gd name="connsiteX7-15" fmla="*/ 512835 w 2983056"/>
              <a:gd name="connsiteY7-16" fmla="*/ 2239846 h 3766107"/>
              <a:gd name="connsiteX8-17" fmla="*/ 529338 w 2983056"/>
              <a:gd name="connsiteY8-18" fmla="*/ 1828608 h 3766107"/>
              <a:gd name="connsiteX9-19" fmla="*/ 195095 w 2983056"/>
              <a:gd name="connsiteY9-20" fmla="*/ 885658 h 3766107"/>
              <a:gd name="connsiteX10-21" fmla="*/ 551393 w 2983056"/>
              <a:gd name="connsiteY10-22" fmla="*/ 149071 h 3766107"/>
              <a:gd name="connsiteX11-23" fmla="*/ 1437777 w 2983056"/>
              <a:gd name="connsiteY11-24" fmla="*/ 263218 h 3766107"/>
              <a:gd name="connsiteX12-25" fmla="*/ 2208056 w 2983056"/>
              <a:gd name="connsiteY12-26" fmla="*/ 995449 h 3766107"/>
              <a:gd name="connsiteX13-27" fmla="*/ 2748207 w 2983056"/>
              <a:gd name="connsiteY13-28" fmla="*/ 1552357 h 3766107"/>
              <a:gd name="connsiteX14-29" fmla="*/ 2780300 w 2983056"/>
              <a:gd name="connsiteY14-30" fmla="*/ 1602992 h 3766107"/>
              <a:gd name="connsiteX15-31" fmla="*/ 2960743 w 2983056"/>
              <a:gd name="connsiteY15-32" fmla="*/ 2408020 h 3766107"/>
              <a:gd name="connsiteX16" fmla="*/ 2960908 w 2983056"/>
              <a:gd name="connsiteY16" fmla="*/ 2408312 h 3766107"/>
              <a:gd name="connsiteX0-33" fmla="*/ 2960908 w 2983056"/>
              <a:gd name="connsiteY0-34" fmla="*/ 2402781 h 3760576"/>
              <a:gd name="connsiteX1-35" fmla="*/ 2645652 w 2983056"/>
              <a:gd name="connsiteY1-36" fmla="*/ 2859155 h 3760576"/>
              <a:gd name="connsiteX2-37" fmla="*/ 1906199 w 2983056"/>
              <a:gd name="connsiteY2-38" fmla="*/ 3464501 h 3760576"/>
              <a:gd name="connsiteX3-39" fmla="*/ 403766 w 2983056"/>
              <a:gd name="connsiteY3-40" fmla="*/ 3686738 h 3760576"/>
              <a:gd name="connsiteX4-41" fmla="*/ 29913 w 2983056"/>
              <a:gd name="connsiteY4-42" fmla="*/ 3248626 h 3760576"/>
              <a:gd name="connsiteX5-43" fmla="*/ 89676 w 2983056"/>
              <a:gd name="connsiteY5-44" fmla="*/ 2624256 h 3760576"/>
              <a:gd name="connsiteX6-45" fmla="*/ 415794 w 2983056"/>
              <a:gd name="connsiteY6-46" fmla="*/ 2352108 h 3760576"/>
              <a:gd name="connsiteX7-47" fmla="*/ 512835 w 2983056"/>
              <a:gd name="connsiteY7-48" fmla="*/ 2234315 h 3760576"/>
              <a:gd name="connsiteX8-49" fmla="*/ 529338 w 2983056"/>
              <a:gd name="connsiteY8-50" fmla="*/ 1823077 h 3760576"/>
              <a:gd name="connsiteX9-51" fmla="*/ 195095 w 2983056"/>
              <a:gd name="connsiteY9-52" fmla="*/ 880127 h 3760576"/>
              <a:gd name="connsiteX10-53" fmla="*/ 551393 w 2983056"/>
              <a:gd name="connsiteY10-54" fmla="*/ 143540 h 3760576"/>
              <a:gd name="connsiteX11-55" fmla="*/ 1437777 w 2983056"/>
              <a:gd name="connsiteY11-56" fmla="*/ 257687 h 3760576"/>
              <a:gd name="connsiteX12-57" fmla="*/ 2208056 w 2983056"/>
              <a:gd name="connsiteY12-58" fmla="*/ 989918 h 3760576"/>
              <a:gd name="connsiteX13-59" fmla="*/ 2748207 w 2983056"/>
              <a:gd name="connsiteY13-60" fmla="*/ 1546826 h 3760576"/>
              <a:gd name="connsiteX14-61" fmla="*/ 2780300 w 2983056"/>
              <a:gd name="connsiteY14-62" fmla="*/ 1597461 h 3760576"/>
              <a:gd name="connsiteX15-63" fmla="*/ 2960743 w 2983056"/>
              <a:gd name="connsiteY15-64" fmla="*/ 2402489 h 3760576"/>
              <a:gd name="connsiteX16-65" fmla="*/ 2960908 w 2983056"/>
              <a:gd name="connsiteY16-66" fmla="*/ 2402781 h 3760576"/>
              <a:gd name="connsiteX0-67" fmla="*/ 2960908 w 2983056"/>
              <a:gd name="connsiteY0-68" fmla="*/ 2352411 h 3710206"/>
              <a:gd name="connsiteX1-69" fmla="*/ 2645652 w 2983056"/>
              <a:gd name="connsiteY1-70" fmla="*/ 2808785 h 3710206"/>
              <a:gd name="connsiteX2-71" fmla="*/ 1906199 w 2983056"/>
              <a:gd name="connsiteY2-72" fmla="*/ 3414131 h 3710206"/>
              <a:gd name="connsiteX3-73" fmla="*/ 403766 w 2983056"/>
              <a:gd name="connsiteY3-74" fmla="*/ 3636368 h 3710206"/>
              <a:gd name="connsiteX4-75" fmla="*/ 29913 w 2983056"/>
              <a:gd name="connsiteY4-76" fmla="*/ 3198256 h 3710206"/>
              <a:gd name="connsiteX5-77" fmla="*/ 89676 w 2983056"/>
              <a:gd name="connsiteY5-78" fmla="*/ 2573886 h 3710206"/>
              <a:gd name="connsiteX6-79" fmla="*/ 415794 w 2983056"/>
              <a:gd name="connsiteY6-80" fmla="*/ 2301738 h 3710206"/>
              <a:gd name="connsiteX7-81" fmla="*/ 512835 w 2983056"/>
              <a:gd name="connsiteY7-82" fmla="*/ 2183945 h 3710206"/>
              <a:gd name="connsiteX8-83" fmla="*/ 529338 w 2983056"/>
              <a:gd name="connsiteY8-84" fmla="*/ 1772707 h 3710206"/>
              <a:gd name="connsiteX9-85" fmla="*/ 195095 w 2983056"/>
              <a:gd name="connsiteY9-86" fmla="*/ 829757 h 3710206"/>
              <a:gd name="connsiteX10-87" fmla="*/ 551393 w 2983056"/>
              <a:gd name="connsiteY10-88" fmla="*/ 93170 h 3710206"/>
              <a:gd name="connsiteX11-89" fmla="*/ 1437777 w 2983056"/>
              <a:gd name="connsiteY11-90" fmla="*/ 207317 h 3710206"/>
              <a:gd name="connsiteX12-91" fmla="*/ 2208056 w 2983056"/>
              <a:gd name="connsiteY12-92" fmla="*/ 939548 h 3710206"/>
              <a:gd name="connsiteX13-93" fmla="*/ 2748207 w 2983056"/>
              <a:gd name="connsiteY13-94" fmla="*/ 1496456 h 3710206"/>
              <a:gd name="connsiteX14-95" fmla="*/ 2780300 w 2983056"/>
              <a:gd name="connsiteY14-96" fmla="*/ 1547091 h 3710206"/>
              <a:gd name="connsiteX15-97" fmla="*/ 2960743 w 2983056"/>
              <a:gd name="connsiteY15-98" fmla="*/ 2352119 h 3710206"/>
              <a:gd name="connsiteX16-99" fmla="*/ 2960908 w 2983056"/>
              <a:gd name="connsiteY16-100" fmla="*/ 2352411 h 3710206"/>
              <a:gd name="connsiteX0-101" fmla="*/ 2960908 w 2983056"/>
              <a:gd name="connsiteY0-102" fmla="*/ 2415703 h 3773498"/>
              <a:gd name="connsiteX1-103" fmla="*/ 2645652 w 2983056"/>
              <a:gd name="connsiteY1-104" fmla="*/ 2872077 h 3773498"/>
              <a:gd name="connsiteX2-105" fmla="*/ 1906199 w 2983056"/>
              <a:gd name="connsiteY2-106" fmla="*/ 3477423 h 3773498"/>
              <a:gd name="connsiteX3-107" fmla="*/ 403766 w 2983056"/>
              <a:gd name="connsiteY3-108" fmla="*/ 3699660 h 3773498"/>
              <a:gd name="connsiteX4-109" fmla="*/ 29913 w 2983056"/>
              <a:gd name="connsiteY4-110" fmla="*/ 3261548 h 3773498"/>
              <a:gd name="connsiteX5-111" fmla="*/ 89676 w 2983056"/>
              <a:gd name="connsiteY5-112" fmla="*/ 2637178 h 3773498"/>
              <a:gd name="connsiteX6-113" fmla="*/ 415794 w 2983056"/>
              <a:gd name="connsiteY6-114" fmla="*/ 2365030 h 3773498"/>
              <a:gd name="connsiteX7-115" fmla="*/ 512835 w 2983056"/>
              <a:gd name="connsiteY7-116" fmla="*/ 2247237 h 3773498"/>
              <a:gd name="connsiteX8-117" fmla="*/ 529338 w 2983056"/>
              <a:gd name="connsiteY8-118" fmla="*/ 1835999 h 3773498"/>
              <a:gd name="connsiteX9-119" fmla="*/ 195095 w 2983056"/>
              <a:gd name="connsiteY9-120" fmla="*/ 893049 h 3773498"/>
              <a:gd name="connsiteX10-121" fmla="*/ 551393 w 2983056"/>
              <a:gd name="connsiteY10-122" fmla="*/ 156462 h 3773498"/>
              <a:gd name="connsiteX11-123" fmla="*/ 1437777 w 2983056"/>
              <a:gd name="connsiteY11-124" fmla="*/ 270609 h 3773498"/>
              <a:gd name="connsiteX12-125" fmla="*/ 2208056 w 2983056"/>
              <a:gd name="connsiteY12-126" fmla="*/ 1002840 h 3773498"/>
              <a:gd name="connsiteX13-127" fmla="*/ 2748207 w 2983056"/>
              <a:gd name="connsiteY13-128" fmla="*/ 1559748 h 3773498"/>
              <a:gd name="connsiteX14-129" fmla="*/ 2780300 w 2983056"/>
              <a:gd name="connsiteY14-130" fmla="*/ 1610383 h 3773498"/>
              <a:gd name="connsiteX15-131" fmla="*/ 2960743 w 2983056"/>
              <a:gd name="connsiteY15-132" fmla="*/ 2415411 h 3773498"/>
              <a:gd name="connsiteX16-133" fmla="*/ 2960908 w 2983056"/>
              <a:gd name="connsiteY16-134" fmla="*/ 2415703 h 3773498"/>
              <a:gd name="connsiteX0-135" fmla="*/ 2960908 w 2983056"/>
              <a:gd name="connsiteY0-136" fmla="*/ 2415703 h 3773498"/>
              <a:gd name="connsiteX1-137" fmla="*/ 2645652 w 2983056"/>
              <a:gd name="connsiteY1-138" fmla="*/ 2872077 h 3773498"/>
              <a:gd name="connsiteX2-139" fmla="*/ 1906199 w 2983056"/>
              <a:gd name="connsiteY2-140" fmla="*/ 3477423 h 3773498"/>
              <a:gd name="connsiteX3-141" fmla="*/ 403766 w 2983056"/>
              <a:gd name="connsiteY3-142" fmla="*/ 3699660 h 3773498"/>
              <a:gd name="connsiteX4-143" fmla="*/ 29913 w 2983056"/>
              <a:gd name="connsiteY4-144" fmla="*/ 3261548 h 3773498"/>
              <a:gd name="connsiteX5-145" fmla="*/ 89676 w 2983056"/>
              <a:gd name="connsiteY5-146" fmla="*/ 2637178 h 3773498"/>
              <a:gd name="connsiteX6-147" fmla="*/ 415794 w 2983056"/>
              <a:gd name="connsiteY6-148" fmla="*/ 2365030 h 3773498"/>
              <a:gd name="connsiteX7-149" fmla="*/ 512835 w 2983056"/>
              <a:gd name="connsiteY7-150" fmla="*/ 2247237 h 3773498"/>
              <a:gd name="connsiteX8-151" fmla="*/ 529338 w 2983056"/>
              <a:gd name="connsiteY8-152" fmla="*/ 1835999 h 3773498"/>
              <a:gd name="connsiteX9-153" fmla="*/ 195095 w 2983056"/>
              <a:gd name="connsiteY9-154" fmla="*/ 893049 h 3773498"/>
              <a:gd name="connsiteX10-155" fmla="*/ 551393 w 2983056"/>
              <a:gd name="connsiteY10-156" fmla="*/ 156462 h 3773498"/>
              <a:gd name="connsiteX11-157" fmla="*/ 1437777 w 2983056"/>
              <a:gd name="connsiteY11-158" fmla="*/ 270609 h 3773498"/>
              <a:gd name="connsiteX12-159" fmla="*/ 2208056 w 2983056"/>
              <a:gd name="connsiteY12-160" fmla="*/ 1002840 h 3773498"/>
              <a:gd name="connsiteX13-161" fmla="*/ 2748207 w 2983056"/>
              <a:gd name="connsiteY13-162" fmla="*/ 1559748 h 3773498"/>
              <a:gd name="connsiteX14-163" fmla="*/ 2780300 w 2983056"/>
              <a:gd name="connsiteY14-164" fmla="*/ 1610383 h 3773498"/>
              <a:gd name="connsiteX15-165" fmla="*/ 2960743 w 2983056"/>
              <a:gd name="connsiteY15-166" fmla="*/ 2415411 h 3773498"/>
              <a:gd name="connsiteX16-167" fmla="*/ 2960908 w 2983056"/>
              <a:gd name="connsiteY16-168" fmla="*/ 2415703 h 3773498"/>
              <a:gd name="connsiteX0-169" fmla="*/ 2960908 w 2983056"/>
              <a:gd name="connsiteY0-170" fmla="*/ 2399130 h 3756925"/>
              <a:gd name="connsiteX1-171" fmla="*/ 2645652 w 2983056"/>
              <a:gd name="connsiteY1-172" fmla="*/ 2855504 h 3756925"/>
              <a:gd name="connsiteX2-173" fmla="*/ 1906199 w 2983056"/>
              <a:gd name="connsiteY2-174" fmla="*/ 3460850 h 3756925"/>
              <a:gd name="connsiteX3-175" fmla="*/ 403766 w 2983056"/>
              <a:gd name="connsiteY3-176" fmla="*/ 3683087 h 3756925"/>
              <a:gd name="connsiteX4-177" fmla="*/ 29913 w 2983056"/>
              <a:gd name="connsiteY4-178" fmla="*/ 3244975 h 3756925"/>
              <a:gd name="connsiteX5-179" fmla="*/ 89676 w 2983056"/>
              <a:gd name="connsiteY5-180" fmla="*/ 2620605 h 3756925"/>
              <a:gd name="connsiteX6-181" fmla="*/ 415794 w 2983056"/>
              <a:gd name="connsiteY6-182" fmla="*/ 2348457 h 3756925"/>
              <a:gd name="connsiteX7-183" fmla="*/ 512835 w 2983056"/>
              <a:gd name="connsiteY7-184" fmla="*/ 2230664 h 3756925"/>
              <a:gd name="connsiteX8-185" fmla="*/ 529338 w 2983056"/>
              <a:gd name="connsiteY8-186" fmla="*/ 1819426 h 3756925"/>
              <a:gd name="connsiteX9-187" fmla="*/ 195095 w 2983056"/>
              <a:gd name="connsiteY9-188" fmla="*/ 876476 h 3756925"/>
              <a:gd name="connsiteX10-189" fmla="*/ 551393 w 2983056"/>
              <a:gd name="connsiteY10-190" fmla="*/ 139889 h 3756925"/>
              <a:gd name="connsiteX11-191" fmla="*/ 1437777 w 2983056"/>
              <a:gd name="connsiteY11-192" fmla="*/ 254036 h 3756925"/>
              <a:gd name="connsiteX12-193" fmla="*/ 2208056 w 2983056"/>
              <a:gd name="connsiteY12-194" fmla="*/ 986267 h 3756925"/>
              <a:gd name="connsiteX13-195" fmla="*/ 2748207 w 2983056"/>
              <a:gd name="connsiteY13-196" fmla="*/ 1543175 h 3756925"/>
              <a:gd name="connsiteX14-197" fmla="*/ 2780300 w 2983056"/>
              <a:gd name="connsiteY14-198" fmla="*/ 1593810 h 3756925"/>
              <a:gd name="connsiteX15-199" fmla="*/ 2960743 w 2983056"/>
              <a:gd name="connsiteY15-200" fmla="*/ 2398838 h 3756925"/>
              <a:gd name="connsiteX16-201" fmla="*/ 2960908 w 2983056"/>
              <a:gd name="connsiteY16-202" fmla="*/ 2399130 h 3756925"/>
              <a:gd name="connsiteX0-203" fmla="*/ 2960908 w 2983056"/>
              <a:gd name="connsiteY0-204" fmla="*/ 2409868 h 3767663"/>
              <a:gd name="connsiteX1-205" fmla="*/ 2645652 w 2983056"/>
              <a:gd name="connsiteY1-206" fmla="*/ 2866242 h 3767663"/>
              <a:gd name="connsiteX2-207" fmla="*/ 1906199 w 2983056"/>
              <a:gd name="connsiteY2-208" fmla="*/ 3471588 h 3767663"/>
              <a:gd name="connsiteX3-209" fmla="*/ 403766 w 2983056"/>
              <a:gd name="connsiteY3-210" fmla="*/ 3693825 h 3767663"/>
              <a:gd name="connsiteX4-211" fmla="*/ 29913 w 2983056"/>
              <a:gd name="connsiteY4-212" fmla="*/ 3255713 h 3767663"/>
              <a:gd name="connsiteX5-213" fmla="*/ 89676 w 2983056"/>
              <a:gd name="connsiteY5-214" fmla="*/ 2631343 h 3767663"/>
              <a:gd name="connsiteX6-215" fmla="*/ 415794 w 2983056"/>
              <a:gd name="connsiteY6-216" fmla="*/ 2359195 h 3767663"/>
              <a:gd name="connsiteX7-217" fmla="*/ 512835 w 2983056"/>
              <a:gd name="connsiteY7-218" fmla="*/ 2241402 h 3767663"/>
              <a:gd name="connsiteX8-219" fmla="*/ 529338 w 2983056"/>
              <a:gd name="connsiteY8-220" fmla="*/ 1830164 h 3767663"/>
              <a:gd name="connsiteX9-221" fmla="*/ 195095 w 2983056"/>
              <a:gd name="connsiteY9-222" fmla="*/ 887214 h 3767663"/>
              <a:gd name="connsiteX10-223" fmla="*/ 551393 w 2983056"/>
              <a:gd name="connsiteY10-224" fmla="*/ 150627 h 3767663"/>
              <a:gd name="connsiteX11-225" fmla="*/ 1437777 w 2983056"/>
              <a:gd name="connsiteY11-226" fmla="*/ 264774 h 3767663"/>
              <a:gd name="connsiteX12-227" fmla="*/ 2208056 w 2983056"/>
              <a:gd name="connsiteY12-228" fmla="*/ 997005 h 3767663"/>
              <a:gd name="connsiteX13-229" fmla="*/ 2748207 w 2983056"/>
              <a:gd name="connsiteY13-230" fmla="*/ 1553913 h 3767663"/>
              <a:gd name="connsiteX14-231" fmla="*/ 2780300 w 2983056"/>
              <a:gd name="connsiteY14-232" fmla="*/ 1604548 h 3767663"/>
              <a:gd name="connsiteX15-233" fmla="*/ 2960743 w 2983056"/>
              <a:gd name="connsiteY15-234" fmla="*/ 2409576 h 3767663"/>
              <a:gd name="connsiteX16-235" fmla="*/ 2960908 w 2983056"/>
              <a:gd name="connsiteY16-236" fmla="*/ 2409868 h 3767663"/>
              <a:gd name="connsiteX0-237" fmla="*/ 2960908 w 2983056"/>
              <a:gd name="connsiteY0-238" fmla="*/ 2409868 h 3767663"/>
              <a:gd name="connsiteX1-239" fmla="*/ 2645652 w 2983056"/>
              <a:gd name="connsiteY1-240" fmla="*/ 2866242 h 3767663"/>
              <a:gd name="connsiteX2-241" fmla="*/ 1906199 w 2983056"/>
              <a:gd name="connsiteY2-242" fmla="*/ 3471588 h 3767663"/>
              <a:gd name="connsiteX3-243" fmla="*/ 403766 w 2983056"/>
              <a:gd name="connsiteY3-244" fmla="*/ 3693825 h 3767663"/>
              <a:gd name="connsiteX4-245" fmla="*/ 29913 w 2983056"/>
              <a:gd name="connsiteY4-246" fmla="*/ 3255713 h 3767663"/>
              <a:gd name="connsiteX5-247" fmla="*/ 89676 w 2983056"/>
              <a:gd name="connsiteY5-248" fmla="*/ 2631343 h 3767663"/>
              <a:gd name="connsiteX6-249" fmla="*/ 415794 w 2983056"/>
              <a:gd name="connsiteY6-250" fmla="*/ 2359195 h 3767663"/>
              <a:gd name="connsiteX7-251" fmla="*/ 512835 w 2983056"/>
              <a:gd name="connsiteY7-252" fmla="*/ 2241402 h 3767663"/>
              <a:gd name="connsiteX8-253" fmla="*/ 529338 w 2983056"/>
              <a:gd name="connsiteY8-254" fmla="*/ 1830164 h 3767663"/>
              <a:gd name="connsiteX9-255" fmla="*/ 195095 w 2983056"/>
              <a:gd name="connsiteY9-256" fmla="*/ 887214 h 3767663"/>
              <a:gd name="connsiteX10-257" fmla="*/ 551393 w 2983056"/>
              <a:gd name="connsiteY10-258" fmla="*/ 150627 h 3767663"/>
              <a:gd name="connsiteX11-259" fmla="*/ 1437777 w 2983056"/>
              <a:gd name="connsiteY11-260" fmla="*/ 264774 h 3767663"/>
              <a:gd name="connsiteX12-261" fmla="*/ 2208056 w 2983056"/>
              <a:gd name="connsiteY12-262" fmla="*/ 997005 h 3767663"/>
              <a:gd name="connsiteX13-263" fmla="*/ 2748207 w 2983056"/>
              <a:gd name="connsiteY13-264" fmla="*/ 1553913 h 3767663"/>
              <a:gd name="connsiteX14-265" fmla="*/ 2780300 w 2983056"/>
              <a:gd name="connsiteY14-266" fmla="*/ 1604548 h 3767663"/>
              <a:gd name="connsiteX15-267" fmla="*/ 2960743 w 2983056"/>
              <a:gd name="connsiteY15-268" fmla="*/ 2409576 h 3767663"/>
              <a:gd name="connsiteX16-269" fmla="*/ 2960908 w 2983056"/>
              <a:gd name="connsiteY16-270" fmla="*/ 2409868 h 37676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</a:cxnLst>
            <a:rect l="l" t="t" r="r" b="b"/>
            <a:pathLst>
              <a:path w="2983056" h="3767663">
                <a:moveTo>
                  <a:pt x="2960908" y="2409868"/>
                </a:moveTo>
                <a:cubicBezTo>
                  <a:pt x="2908560" y="2605575"/>
                  <a:pt x="2766801" y="2731483"/>
                  <a:pt x="2645652" y="2866242"/>
                </a:cubicBezTo>
                <a:cubicBezTo>
                  <a:pt x="2429440" y="3105739"/>
                  <a:pt x="2176838" y="3300938"/>
                  <a:pt x="1906199" y="3471588"/>
                </a:cubicBezTo>
                <a:cubicBezTo>
                  <a:pt x="1488769" y="3734935"/>
                  <a:pt x="915942" y="3857071"/>
                  <a:pt x="403766" y="3693825"/>
                </a:cubicBezTo>
                <a:cubicBezTo>
                  <a:pt x="210851" y="3632230"/>
                  <a:pt x="78598" y="3470762"/>
                  <a:pt x="29913" y="3255713"/>
                </a:cubicBezTo>
                <a:cubicBezTo>
                  <a:pt x="-19393" y="3037959"/>
                  <a:pt x="-13169" y="2795871"/>
                  <a:pt x="89676" y="2631343"/>
                </a:cubicBezTo>
                <a:cubicBezTo>
                  <a:pt x="168465" y="2505651"/>
                  <a:pt x="309108" y="2452197"/>
                  <a:pt x="415794" y="2359195"/>
                </a:cubicBezTo>
                <a:cubicBezTo>
                  <a:pt x="453833" y="2326124"/>
                  <a:pt x="487181" y="2288075"/>
                  <a:pt x="512835" y="2241402"/>
                </a:cubicBezTo>
                <a:cubicBezTo>
                  <a:pt x="581395" y="2116993"/>
                  <a:pt x="569506" y="1967158"/>
                  <a:pt x="529338" y="1830164"/>
                </a:cubicBezTo>
                <a:cubicBezTo>
                  <a:pt x="440929" y="1527802"/>
                  <a:pt x="238216" y="1242966"/>
                  <a:pt x="195095" y="887214"/>
                </a:cubicBezTo>
                <a:cubicBezTo>
                  <a:pt x="205087" y="673517"/>
                  <a:pt x="112324" y="498661"/>
                  <a:pt x="551393" y="150627"/>
                </a:cubicBezTo>
                <a:cubicBezTo>
                  <a:pt x="990462" y="-197407"/>
                  <a:pt x="1294920" y="151281"/>
                  <a:pt x="1437777" y="264774"/>
                </a:cubicBezTo>
                <a:cubicBezTo>
                  <a:pt x="1580634" y="378267"/>
                  <a:pt x="1939813" y="804105"/>
                  <a:pt x="2208056" y="997005"/>
                </a:cubicBezTo>
                <a:cubicBezTo>
                  <a:pt x="2393139" y="1129949"/>
                  <a:pt x="2593988" y="1319077"/>
                  <a:pt x="2748207" y="1553913"/>
                </a:cubicBezTo>
                <a:cubicBezTo>
                  <a:pt x="2759285" y="1570576"/>
                  <a:pt x="2770071" y="1587784"/>
                  <a:pt x="2780300" y="1604548"/>
                </a:cubicBezTo>
                <a:cubicBezTo>
                  <a:pt x="2933023" y="1854840"/>
                  <a:pt x="3028897" y="2154814"/>
                  <a:pt x="2960743" y="2409576"/>
                </a:cubicBezTo>
                <a:lnTo>
                  <a:pt x="2960908" y="2409868"/>
                </a:ln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5533326" y="2624302"/>
            <a:ext cx="1623291" cy="2321719"/>
          </a:xfrm>
          <a:custGeom>
            <a:avLst/>
            <a:gdLst>
              <a:gd name="connsiteX0" fmla="*/ 1042096 w 1623291"/>
              <a:gd name="connsiteY0" fmla="*/ 719087 h 2321719"/>
              <a:gd name="connsiteX1" fmla="*/ 1610981 w 1623291"/>
              <a:gd name="connsiteY1" fmla="*/ 1479576 h 2321719"/>
              <a:gd name="connsiteX2" fmla="*/ 1523358 w 1623291"/>
              <a:gd name="connsiteY2" fmla="*/ 1908290 h 2321719"/>
              <a:gd name="connsiteX3" fmla="*/ 385182 w 1623291"/>
              <a:gd name="connsiteY3" fmla="*/ 2227580 h 2321719"/>
              <a:gd name="connsiteX4" fmla="*/ 133011 w 1623291"/>
              <a:gd name="connsiteY4" fmla="*/ 1840484 h 2321719"/>
              <a:gd name="connsiteX5" fmla="*/ 218568 w 1623291"/>
              <a:gd name="connsiteY5" fmla="*/ 1669542 h 2321719"/>
              <a:gd name="connsiteX6" fmla="*/ 59305 w 1623291"/>
              <a:gd name="connsiteY6" fmla="*/ 566852 h 2321719"/>
              <a:gd name="connsiteX7" fmla="*/ 440877 w 1623291"/>
              <a:gd name="connsiteY7" fmla="*/ 30264 h 2321719"/>
              <a:gd name="connsiteX8" fmla="*/ 1041652 w 1623291"/>
              <a:gd name="connsiteY8" fmla="*/ 719531 h 2321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3291" h="2321719">
                <a:moveTo>
                  <a:pt x="1042096" y="719087"/>
                </a:moveTo>
                <a:cubicBezTo>
                  <a:pt x="1225175" y="973481"/>
                  <a:pt x="1540912" y="1172071"/>
                  <a:pt x="1610981" y="1479576"/>
                </a:cubicBezTo>
                <a:cubicBezTo>
                  <a:pt x="1647181" y="1639316"/>
                  <a:pt x="1599243" y="1788402"/>
                  <a:pt x="1523358" y="1908290"/>
                </a:cubicBezTo>
                <a:cubicBezTo>
                  <a:pt x="1318794" y="2232038"/>
                  <a:pt x="826923" y="2458085"/>
                  <a:pt x="385182" y="2227580"/>
                </a:cubicBezTo>
                <a:cubicBezTo>
                  <a:pt x="237948" y="2150910"/>
                  <a:pt x="108130" y="1982889"/>
                  <a:pt x="133011" y="1840484"/>
                </a:cubicBezTo>
                <a:cubicBezTo>
                  <a:pt x="144583" y="1774292"/>
                  <a:pt x="186208" y="1724140"/>
                  <a:pt x="218568" y="1669542"/>
                </a:cubicBezTo>
                <a:cubicBezTo>
                  <a:pt x="409671" y="1347191"/>
                  <a:pt x="237897" y="938162"/>
                  <a:pt x="59305" y="566852"/>
                </a:cubicBezTo>
                <a:cubicBezTo>
                  <a:pt x="-98741" y="238773"/>
                  <a:pt x="69445" y="-105143"/>
                  <a:pt x="440877" y="30264"/>
                </a:cubicBezTo>
                <a:cubicBezTo>
                  <a:pt x="717638" y="131432"/>
                  <a:pt x="881147" y="496418"/>
                  <a:pt x="1041652" y="719531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8"/>
            </p:custDataLst>
          </p:nvPr>
        </p:nvSpPr>
        <p:spPr>
          <a:xfrm>
            <a:off x="2612967" y="4077"/>
            <a:ext cx="1517077" cy="6839748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111946 w 7400564"/>
              <a:gd name="connsiteY0-188" fmla="*/ 6858000 h 6858000"/>
              <a:gd name="connsiteX1-189" fmla="*/ 71555 w 7400564"/>
              <a:gd name="connsiteY1-190" fmla="*/ 6690335 h 6858000"/>
              <a:gd name="connsiteX2-191" fmla="*/ 297531 w 7400564"/>
              <a:gd name="connsiteY2-192" fmla="*/ 4988015 h 6858000"/>
              <a:gd name="connsiteX3-193" fmla="*/ 1185748 w 7400564"/>
              <a:gd name="connsiteY3-194" fmla="*/ 4319741 h 6858000"/>
              <a:gd name="connsiteX4-195" fmla="*/ 1434084 w 7400564"/>
              <a:gd name="connsiteY4-196" fmla="*/ 4006521 h 6858000"/>
              <a:gd name="connsiteX5-197" fmla="*/ 1310806 w 7400564"/>
              <a:gd name="connsiteY5-198" fmla="*/ 2871674 h 6858000"/>
              <a:gd name="connsiteX6-199" fmla="*/ 17952 w 7400564"/>
              <a:gd name="connsiteY6-200" fmla="*/ 424197 h 6858000"/>
              <a:gd name="connsiteX7-201" fmla="*/ 4385 w 7400564"/>
              <a:gd name="connsiteY7-202" fmla="*/ 72040 h 6858000"/>
              <a:gd name="connsiteX8-203" fmla="*/ 3448656 w 7400564"/>
              <a:gd name="connsiteY8-204" fmla="*/ 0 h 6858000"/>
              <a:gd name="connsiteX9-205" fmla="*/ 3479316 w 7400564"/>
              <a:gd name="connsiteY9-206" fmla="*/ 28643 h 6858000"/>
              <a:gd name="connsiteX10-207" fmla="*/ 5379722 w 7400564"/>
              <a:gd name="connsiteY10-208" fmla="*/ 948586 h 6858000"/>
              <a:gd name="connsiteX11-209" fmla="*/ 6857857 w 7400564"/>
              <a:gd name="connsiteY11-210" fmla="*/ 2084643 h 6858000"/>
              <a:gd name="connsiteX12-211" fmla="*/ 6939573 w 7400564"/>
              <a:gd name="connsiteY12-212" fmla="*/ 2203515 h 6858000"/>
              <a:gd name="connsiteX13-213" fmla="*/ 7318077 w 7400564"/>
              <a:gd name="connsiteY13-214" fmla="*/ 4131540 h 6858000"/>
              <a:gd name="connsiteX14-215" fmla="*/ 7318154 w 7400564"/>
              <a:gd name="connsiteY14-216" fmla="*/ 4131044 h 6858000"/>
              <a:gd name="connsiteX15-217" fmla="*/ 6284751 w 7400564"/>
              <a:gd name="connsiteY15-218" fmla="*/ 5398505 h 6858000"/>
              <a:gd name="connsiteX16-219" fmla="*/ 4397232 w 7400564"/>
              <a:gd name="connsiteY16-220" fmla="*/ 6848941 h 6858000"/>
              <a:gd name="connsiteX0-221" fmla="*/ 111946 w 7400564"/>
              <a:gd name="connsiteY0-222" fmla="*/ 6858000 h 6858000"/>
              <a:gd name="connsiteX1-223" fmla="*/ 71555 w 7400564"/>
              <a:gd name="connsiteY1-224" fmla="*/ 6690335 h 6858000"/>
              <a:gd name="connsiteX2-225" fmla="*/ 297531 w 7400564"/>
              <a:gd name="connsiteY2-226" fmla="*/ 4988015 h 6858000"/>
              <a:gd name="connsiteX3-227" fmla="*/ 1185748 w 7400564"/>
              <a:gd name="connsiteY3-228" fmla="*/ 4319741 h 6858000"/>
              <a:gd name="connsiteX4-229" fmla="*/ 1434084 w 7400564"/>
              <a:gd name="connsiteY4-230" fmla="*/ 4006521 h 6858000"/>
              <a:gd name="connsiteX5-231" fmla="*/ 1310806 w 7400564"/>
              <a:gd name="connsiteY5-232" fmla="*/ 2871674 h 6858000"/>
              <a:gd name="connsiteX6-233" fmla="*/ 17952 w 7400564"/>
              <a:gd name="connsiteY6-234" fmla="*/ 424197 h 6858000"/>
              <a:gd name="connsiteX7-235" fmla="*/ 4385 w 7400564"/>
              <a:gd name="connsiteY7-236" fmla="*/ 72040 h 6858000"/>
              <a:gd name="connsiteX8-237" fmla="*/ 3448656 w 7400564"/>
              <a:gd name="connsiteY8-238" fmla="*/ 0 h 6858000"/>
              <a:gd name="connsiteX9-239" fmla="*/ 3479316 w 7400564"/>
              <a:gd name="connsiteY9-240" fmla="*/ 28643 h 6858000"/>
              <a:gd name="connsiteX10-241" fmla="*/ 5379722 w 7400564"/>
              <a:gd name="connsiteY10-242" fmla="*/ 948586 h 6858000"/>
              <a:gd name="connsiteX11-243" fmla="*/ 6857857 w 7400564"/>
              <a:gd name="connsiteY11-244" fmla="*/ 2084643 h 6858000"/>
              <a:gd name="connsiteX12-245" fmla="*/ 6939573 w 7400564"/>
              <a:gd name="connsiteY12-246" fmla="*/ 2203515 h 6858000"/>
              <a:gd name="connsiteX13-247" fmla="*/ 7318077 w 7400564"/>
              <a:gd name="connsiteY13-248" fmla="*/ 4131540 h 6858000"/>
              <a:gd name="connsiteX14-249" fmla="*/ 7318154 w 7400564"/>
              <a:gd name="connsiteY14-250" fmla="*/ 4131044 h 6858000"/>
              <a:gd name="connsiteX15-251" fmla="*/ 6284751 w 7400564"/>
              <a:gd name="connsiteY15-252" fmla="*/ 5398505 h 6858000"/>
              <a:gd name="connsiteX0-253" fmla="*/ 111946 w 7400564"/>
              <a:gd name="connsiteY0-254" fmla="*/ 6858000 h 6858000"/>
              <a:gd name="connsiteX1-255" fmla="*/ 71555 w 7400564"/>
              <a:gd name="connsiteY1-256" fmla="*/ 6690335 h 6858000"/>
              <a:gd name="connsiteX2-257" fmla="*/ 297531 w 7400564"/>
              <a:gd name="connsiteY2-258" fmla="*/ 4988015 h 6858000"/>
              <a:gd name="connsiteX3-259" fmla="*/ 1185748 w 7400564"/>
              <a:gd name="connsiteY3-260" fmla="*/ 4319741 h 6858000"/>
              <a:gd name="connsiteX4-261" fmla="*/ 1434084 w 7400564"/>
              <a:gd name="connsiteY4-262" fmla="*/ 4006521 h 6858000"/>
              <a:gd name="connsiteX5-263" fmla="*/ 1310806 w 7400564"/>
              <a:gd name="connsiteY5-264" fmla="*/ 2871674 h 6858000"/>
              <a:gd name="connsiteX6-265" fmla="*/ 17952 w 7400564"/>
              <a:gd name="connsiteY6-266" fmla="*/ 424197 h 6858000"/>
              <a:gd name="connsiteX7-267" fmla="*/ 4385 w 7400564"/>
              <a:gd name="connsiteY7-268" fmla="*/ 72040 h 6858000"/>
              <a:gd name="connsiteX8-269" fmla="*/ 3448656 w 7400564"/>
              <a:gd name="connsiteY8-270" fmla="*/ 0 h 6858000"/>
              <a:gd name="connsiteX9-271" fmla="*/ 3479316 w 7400564"/>
              <a:gd name="connsiteY9-272" fmla="*/ 28643 h 6858000"/>
              <a:gd name="connsiteX10-273" fmla="*/ 5379722 w 7400564"/>
              <a:gd name="connsiteY10-274" fmla="*/ 948586 h 6858000"/>
              <a:gd name="connsiteX11-275" fmla="*/ 6857857 w 7400564"/>
              <a:gd name="connsiteY11-276" fmla="*/ 2084643 h 6858000"/>
              <a:gd name="connsiteX12-277" fmla="*/ 6939573 w 7400564"/>
              <a:gd name="connsiteY12-278" fmla="*/ 2203515 h 6858000"/>
              <a:gd name="connsiteX13-279" fmla="*/ 7318077 w 7400564"/>
              <a:gd name="connsiteY13-280" fmla="*/ 4131540 h 6858000"/>
              <a:gd name="connsiteX14-281" fmla="*/ 7318154 w 7400564"/>
              <a:gd name="connsiteY14-282" fmla="*/ 4131044 h 6858000"/>
              <a:gd name="connsiteX0-283" fmla="*/ 111946 w 7400564"/>
              <a:gd name="connsiteY0-284" fmla="*/ 6858000 h 6858000"/>
              <a:gd name="connsiteX1-285" fmla="*/ 71555 w 7400564"/>
              <a:gd name="connsiteY1-286" fmla="*/ 6690335 h 6858000"/>
              <a:gd name="connsiteX2-287" fmla="*/ 297531 w 7400564"/>
              <a:gd name="connsiteY2-288" fmla="*/ 4988015 h 6858000"/>
              <a:gd name="connsiteX3-289" fmla="*/ 1185748 w 7400564"/>
              <a:gd name="connsiteY3-290" fmla="*/ 4319741 h 6858000"/>
              <a:gd name="connsiteX4-291" fmla="*/ 1434084 w 7400564"/>
              <a:gd name="connsiteY4-292" fmla="*/ 4006521 h 6858000"/>
              <a:gd name="connsiteX5-293" fmla="*/ 1310806 w 7400564"/>
              <a:gd name="connsiteY5-294" fmla="*/ 2871674 h 6858000"/>
              <a:gd name="connsiteX6-295" fmla="*/ 17952 w 7400564"/>
              <a:gd name="connsiteY6-296" fmla="*/ 424197 h 6858000"/>
              <a:gd name="connsiteX7-297" fmla="*/ 4385 w 7400564"/>
              <a:gd name="connsiteY7-298" fmla="*/ 72040 h 6858000"/>
              <a:gd name="connsiteX8-299" fmla="*/ 3448656 w 7400564"/>
              <a:gd name="connsiteY8-300" fmla="*/ 0 h 6858000"/>
              <a:gd name="connsiteX9-301" fmla="*/ 3479316 w 7400564"/>
              <a:gd name="connsiteY9-302" fmla="*/ 28643 h 6858000"/>
              <a:gd name="connsiteX10-303" fmla="*/ 5379722 w 7400564"/>
              <a:gd name="connsiteY10-304" fmla="*/ 948586 h 6858000"/>
              <a:gd name="connsiteX11-305" fmla="*/ 6857857 w 7400564"/>
              <a:gd name="connsiteY11-306" fmla="*/ 2084643 h 6858000"/>
              <a:gd name="connsiteX12-307" fmla="*/ 6939573 w 7400564"/>
              <a:gd name="connsiteY12-308" fmla="*/ 2203515 h 6858000"/>
              <a:gd name="connsiteX13-309" fmla="*/ 7318077 w 7400564"/>
              <a:gd name="connsiteY13-310" fmla="*/ 4131540 h 6858000"/>
              <a:gd name="connsiteX0-311" fmla="*/ 111946 w 6939573"/>
              <a:gd name="connsiteY0-312" fmla="*/ 6858000 h 6858000"/>
              <a:gd name="connsiteX1-313" fmla="*/ 71555 w 6939573"/>
              <a:gd name="connsiteY1-314" fmla="*/ 6690335 h 6858000"/>
              <a:gd name="connsiteX2-315" fmla="*/ 297531 w 6939573"/>
              <a:gd name="connsiteY2-316" fmla="*/ 4988015 h 6858000"/>
              <a:gd name="connsiteX3-317" fmla="*/ 1185748 w 6939573"/>
              <a:gd name="connsiteY3-318" fmla="*/ 4319741 h 6858000"/>
              <a:gd name="connsiteX4-319" fmla="*/ 1434084 w 6939573"/>
              <a:gd name="connsiteY4-320" fmla="*/ 4006521 h 6858000"/>
              <a:gd name="connsiteX5-321" fmla="*/ 1310806 w 6939573"/>
              <a:gd name="connsiteY5-322" fmla="*/ 2871674 h 6858000"/>
              <a:gd name="connsiteX6-323" fmla="*/ 17952 w 6939573"/>
              <a:gd name="connsiteY6-324" fmla="*/ 424197 h 6858000"/>
              <a:gd name="connsiteX7-325" fmla="*/ 4385 w 6939573"/>
              <a:gd name="connsiteY7-326" fmla="*/ 72040 h 6858000"/>
              <a:gd name="connsiteX8-327" fmla="*/ 3448656 w 6939573"/>
              <a:gd name="connsiteY8-328" fmla="*/ 0 h 6858000"/>
              <a:gd name="connsiteX9-329" fmla="*/ 3479316 w 6939573"/>
              <a:gd name="connsiteY9-330" fmla="*/ 28643 h 6858000"/>
              <a:gd name="connsiteX10-331" fmla="*/ 5379722 w 6939573"/>
              <a:gd name="connsiteY10-332" fmla="*/ 948586 h 6858000"/>
              <a:gd name="connsiteX11-333" fmla="*/ 6857857 w 6939573"/>
              <a:gd name="connsiteY11-334" fmla="*/ 2084643 h 6858000"/>
              <a:gd name="connsiteX12-335" fmla="*/ 6939573 w 6939573"/>
              <a:gd name="connsiteY12-336" fmla="*/ 2203515 h 6858000"/>
              <a:gd name="connsiteX0-337" fmla="*/ 111946 w 6857857"/>
              <a:gd name="connsiteY0-338" fmla="*/ 6858000 h 6858000"/>
              <a:gd name="connsiteX1-339" fmla="*/ 71555 w 6857857"/>
              <a:gd name="connsiteY1-340" fmla="*/ 6690335 h 6858000"/>
              <a:gd name="connsiteX2-341" fmla="*/ 297531 w 6857857"/>
              <a:gd name="connsiteY2-342" fmla="*/ 4988015 h 6858000"/>
              <a:gd name="connsiteX3-343" fmla="*/ 1185748 w 6857857"/>
              <a:gd name="connsiteY3-344" fmla="*/ 4319741 h 6858000"/>
              <a:gd name="connsiteX4-345" fmla="*/ 1434084 w 6857857"/>
              <a:gd name="connsiteY4-346" fmla="*/ 4006521 h 6858000"/>
              <a:gd name="connsiteX5-347" fmla="*/ 1310806 w 6857857"/>
              <a:gd name="connsiteY5-348" fmla="*/ 2871674 h 6858000"/>
              <a:gd name="connsiteX6-349" fmla="*/ 17952 w 6857857"/>
              <a:gd name="connsiteY6-350" fmla="*/ 424197 h 6858000"/>
              <a:gd name="connsiteX7-351" fmla="*/ 4385 w 6857857"/>
              <a:gd name="connsiteY7-352" fmla="*/ 72040 h 6858000"/>
              <a:gd name="connsiteX8-353" fmla="*/ 3448656 w 6857857"/>
              <a:gd name="connsiteY8-354" fmla="*/ 0 h 6858000"/>
              <a:gd name="connsiteX9-355" fmla="*/ 3479316 w 6857857"/>
              <a:gd name="connsiteY9-356" fmla="*/ 28643 h 6858000"/>
              <a:gd name="connsiteX10-357" fmla="*/ 5379722 w 6857857"/>
              <a:gd name="connsiteY10-358" fmla="*/ 948586 h 6858000"/>
              <a:gd name="connsiteX11-359" fmla="*/ 6857857 w 6857857"/>
              <a:gd name="connsiteY11-360" fmla="*/ 2084643 h 6858000"/>
              <a:gd name="connsiteX0-361" fmla="*/ 111946 w 5379722"/>
              <a:gd name="connsiteY0-362" fmla="*/ 6858000 h 6858000"/>
              <a:gd name="connsiteX1-363" fmla="*/ 71555 w 5379722"/>
              <a:gd name="connsiteY1-364" fmla="*/ 6690335 h 6858000"/>
              <a:gd name="connsiteX2-365" fmla="*/ 297531 w 5379722"/>
              <a:gd name="connsiteY2-366" fmla="*/ 4988015 h 6858000"/>
              <a:gd name="connsiteX3-367" fmla="*/ 1185748 w 5379722"/>
              <a:gd name="connsiteY3-368" fmla="*/ 4319741 h 6858000"/>
              <a:gd name="connsiteX4-369" fmla="*/ 1434084 w 5379722"/>
              <a:gd name="connsiteY4-370" fmla="*/ 4006521 h 6858000"/>
              <a:gd name="connsiteX5-371" fmla="*/ 1310806 w 5379722"/>
              <a:gd name="connsiteY5-372" fmla="*/ 2871674 h 6858000"/>
              <a:gd name="connsiteX6-373" fmla="*/ 17952 w 5379722"/>
              <a:gd name="connsiteY6-374" fmla="*/ 424197 h 6858000"/>
              <a:gd name="connsiteX7-375" fmla="*/ 4385 w 5379722"/>
              <a:gd name="connsiteY7-376" fmla="*/ 72040 h 6858000"/>
              <a:gd name="connsiteX8-377" fmla="*/ 3448656 w 5379722"/>
              <a:gd name="connsiteY8-378" fmla="*/ 0 h 6858000"/>
              <a:gd name="connsiteX9-379" fmla="*/ 3479316 w 5379722"/>
              <a:gd name="connsiteY9-380" fmla="*/ 28643 h 6858000"/>
              <a:gd name="connsiteX10-381" fmla="*/ 5379722 w 5379722"/>
              <a:gd name="connsiteY10-382" fmla="*/ 948586 h 6858000"/>
              <a:gd name="connsiteX0-383" fmla="*/ 111946 w 3479316"/>
              <a:gd name="connsiteY0-384" fmla="*/ 6858000 h 6858000"/>
              <a:gd name="connsiteX1-385" fmla="*/ 71555 w 3479316"/>
              <a:gd name="connsiteY1-386" fmla="*/ 6690335 h 6858000"/>
              <a:gd name="connsiteX2-387" fmla="*/ 297531 w 3479316"/>
              <a:gd name="connsiteY2-388" fmla="*/ 4988015 h 6858000"/>
              <a:gd name="connsiteX3-389" fmla="*/ 1185748 w 3479316"/>
              <a:gd name="connsiteY3-390" fmla="*/ 4319741 h 6858000"/>
              <a:gd name="connsiteX4-391" fmla="*/ 1434084 w 3479316"/>
              <a:gd name="connsiteY4-392" fmla="*/ 4006521 h 6858000"/>
              <a:gd name="connsiteX5-393" fmla="*/ 1310806 w 3479316"/>
              <a:gd name="connsiteY5-394" fmla="*/ 2871674 h 6858000"/>
              <a:gd name="connsiteX6-395" fmla="*/ 17952 w 3479316"/>
              <a:gd name="connsiteY6-396" fmla="*/ 424197 h 6858000"/>
              <a:gd name="connsiteX7-397" fmla="*/ 4385 w 3479316"/>
              <a:gd name="connsiteY7-398" fmla="*/ 72040 h 6858000"/>
              <a:gd name="connsiteX8-399" fmla="*/ 3448656 w 3479316"/>
              <a:gd name="connsiteY8-400" fmla="*/ 0 h 6858000"/>
              <a:gd name="connsiteX9-401" fmla="*/ 3479316 w 3479316"/>
              <a:gd name="connsiteY9-402" fmla="*/ 28643 h 6858000"/>
              <a:gd name="connsiteX0-403" fmla="*/ 111946 w 3448656"/>
              <a:gd name="connsiteY0-404" fmla="*/ 6858000 h 6858000"/>
              <a:gd name="connsiteX1-405" fmla="*/ 71555 w 3448656"/>
              <a:gd name="connsiteY1-406" fmla="*/ 6690335 h 6858000"/>
              <a:gd name="connsiteX2-407" fmla="*/ 297531 w 3448656"/>
              <a:gd name="connsiteY2-408" fmla="*/ 4988015 h 6858000"/>
              <a:gd name="connsiteX3-409" fmla="*/ 1185748 w 3448656"/>
              <a:gd name="connsiteY3-410" fmla="*/ 4319741 h 6858000"/>
              <a:gd name="connsiteX4-411" fmla="*/ 1434084 w 3448656"/>
              <a:gd name="connsiteY4-412" fmla="*/ 4006521 h 6858000"/>
              <a:gd name="connsiteX5-413" fmla="*/ 1310806 w 3448656"/>
              <a:gd name="connsiteY5-414" fmla="*/ 2871674 h 6858000"/>
              <a:gd name="connsiteX6-415" fmla="*/ 17952 w 3448656"/>
              <a:gd name="connsiteY6-416" fmla="*/ 424197 h 6858000"/>
              <a:gd name="connsiteX7-417" fmla="*/ 4385 w 3448656"/>
              <a:gd name="connsiteY7-418" fmla="*/ 72040 h 6858000"/>
              <a:gd name="connsiteX8-419" fmla="*/ 3448656 w 3448656"/>
              <a:gd name="connsiteY8-420" fmla="*/ 0 h 6858000"/>
              <a:gd name="connsiteX0-421" fmla="*/ 111946 w 1517077"/>
              <a:gd name="connsiteY0-422" fmla="*/ 6785960 h 6785960"/>
              <a:gd name="connsiteX1-423" fmla="*/ 71555 w 1517077"/>
              <a:gd name="connsiteY1-424" fmla="*/ 6618295 h 6785960"/>
              <a:gd name="connsiteX2-425" fmla="*/ 297531 w 1517077"/>
              <a:gd name="connsiteY2-426" fmla="*/ 4915975 h 6785960"/>
              <a:gd name="connsiteX3-427" fmla="*/ 1185748 w 1517077"/>
              <a:gd name="connsiteY3-428" fmla="*/ 4247701 h 6785960"/>
              <a:gd name="connsiteX4-429" fmla="*/ 1434084 w 1517077"/>
              <a:gd name="connsiteY4-430" fmla="*/ 3934481 h 6785960"/>
              <a:gd name="connsiteX5-431" fmla="*/ 1310806 w 1517077"/>
              <a:gd name="connsiteY5-432" fmla="*/ 2799634 h 6785960"/>
              <a:gd name="connsiteX6-433" fmla="*/ 17952 w 1517077"/>
              <a:gd name="connsiteY6-434" fmla="*/ 352157 h 6785960"/>
              <a:gd name="connsiteX7-435" fmla="*/ 4385 w 1517077"/>
              <a:gd name="connsiteY7-436" fmla="*/ 0 h 6785960"/>
              <a:gd name="connsiteX0-437" fmla="*/ 111946 w 1517077"/>
              <a:gd name="connsiteY0-438" fmla="*/ 6785960 h 6785960"/>
              <a:gd name="connsiteX1-439" fmla="*/ 71555 w 1517077"/>
              <a:gd name="connsiteY1-440" fmla="*/ 6618295 h 6785960"/>
              <a:gd name="connsiteX2-441" fmla="*/ 297531 w 1517077"/>
              <a:gd name="connsiteY2-442" fmla="*/ 4915975 h 6785960"/>
              <a:gd name="connsiteX3-443" fmla="*/ 1185748 w 1517077"/>
              <a:gd name="connsiteY3-444" fmla="*/ 4247701 h 6785960"/>
              <a:gd name="connsiteX4-445" fmla="*/ 1434084 w 1517077"/>
              <a:gd name="connsiteY4-446" fmla="*/ 3934481 h 6785960"/>
              <a:gd name="connsiteX5-447" fmla="*/ 1310806 w 1517077"/>
              <a:gd name="connsiteY5-448" fmla="*/ 2799634 h 6785960"/>
              <a:gd name="connsiteX6-449" fmla="*/ 17952 w 1517077"/>
              <a:gd name="connsiteY6-450" fmla="*/ 352157 h 6785960"/>
              <a:gd name="connsiteX7-451" fmla="*/ 4385 w 1517077"/>
              <a:gd name="connsiteY7-452" fmla="*/ 0 h 6785960"/>
              <a:gd name="connsiteX0-453" fmla="*/ 111946 w 1517077"/>
              <a:gd name="connsiteY0-454" fmla="*/ 6839748 h 6839748"/>
              <a:gd name="connsiteX1-455" fmla="*/ 71555 w 1517077"/>
              <a:gd name="connsiteY1-456" fmla="*/ 6672083 h 6839748"/>
              <a:gd name="connsiteX2-457" fmla="*/ 297531 w 1517077"/>
              <a:gd name="connsiteY2-458" fmla="*/ 4969763 h 6839748"/>
              <a:gd name="connsiteX3-459" fmla="*/ 1185748 w 1517077"/>
              <a:gd name="connsiteY3-460" fmla="*/ 4301489 h 6839748"/>
              <a:gd name="connsiteX4-461" fmla="*/ 1434084 w 1517077"/>
              <a:gd name="connsiteY4-462" fmla="*/ 3988269 h 6839748"/>
              <a:gd name="connsiteX5-463" fmla="*/ 1310806 w 1517077"/>
              <a:gd name="connsiteY5-464" fmla="*/ 2853422 h 6839748"/>
              <a:gd name="connsiteX6-465" fmla="*/ 17952 w 1517077"/>
              <a:gd name="connsiteY6-466" fmla="*/ 405945 h 6839748"/>
              <a:gd name="connsiteX7-467" fmla="*/ 4385 w 1517077"/>
              <a:gd name="connsiteY7-468" fmla="*/ 0 h 68397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517077" h="6839748">
                <a:moveTo>
                  <a:pt x="111946" y="6839748"/>
                </a:moveTo>
                <a:lnTo>
                  <a:pt x="71555" y="6672083"/>
                </a:lnTo>
                <a:cubicBezTo>
                  <a:pt x="-37564" y="6077749"/>
                  <a:pt x="513" y="5404827"/>
                  <a:pt x="297531" y="4969763"/>
                </a:cubicBezTo>
                <a:cubicBezTo>
                  <a:pt x="515428" y="4649418"/>
                  <a:pt x="902913" y="4539043"/>
                  <a:pt x="1185748" y="4301489"/>
                </a:cubicBezTo>
                <a:cubicBezTo>
                  <a:pt x="1285380" y="4217567"/>
                  <a:pt x="1372014" y="4117821"/>
                  <a:pt x="1434084" y="3988269"/>
                </a:cubicBezTo>
                <a:cubicBezTo>
                  <a:pt x="1597847" y="3646194"/>
                  <a:pt x="1499488" y="3223310"/>
                  <a:pt x="1310806" y="2853422"/>
                </a:cubicBezTo>
                <a:cubicBezTo>
                  <a:pt x="902744" y="2048318"/>
                  <a:pt x="157181" y="1344510"/>
                  <a:pt x="17952" y="405945"/>
                </a:cubicBezTo>
                <a:cubicBezTo>
                  <a:pt x="-344" y="282801"/>
                  <a:pt x="-4247" y="111465"/>
                  <a:pt x="4385" y="0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9"/>
            </p:custDataLst>
          </p:nvPr>
        </p:nvSpPr>
        <p:spPr>
          <a:xfrm>
            <a:off x="3125691" y="0"/>
            <a:ext cx="1289082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30415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71658 w 6410513"/>
              <a:gd name="connsiteY8-148" fmla="*/ 39985 h 6858000"/>
              <a:gd name="connsiteX9-149" fmla="*/ 304153 w 6410513"/>
              <a:gd name="connsiteY9-150" fmla="*/ 0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59111 w 6410513"/>
              <a:gd name="connsiteY7-186" fmla="*/ 958484 h 6858000"/>
              <a:gd name="connsiteX8-187" fmla="*/ 271658 w 6410513"/>
              <a:gd name="connsiteY8-188" fmla="*/ 39985 h 6858000"/>
              <a:gd name="connsiteX9-189" fmla="*/ 304153 w 6410513"/>
              <a:gd name="connsiteY9-190" fmla="*/ 0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1126227 w 6410513"/>
              <a:gd name="connsiteY6-222" fmla="*/ 3069540 h 6858000"/>
              <a:gd name="connsiteX7-223" fmla="*/ 59111 w 6410513"/>
              <a:gd name="connsiteY7-224" fmla="*/ 958484 h 6858000"/>
              <a:gd name="connsiteX8-225" fmla="*/ 271658 w 6410513"/>
              <a:gd name="connsiteY8-226" fmla="*/ 39985 h 6858000"/>
              <a:gd name="connsiteX9-227" fmla="*/ 304153 w 6410513"/>
              <a:gd name="connsiteY9-228" fmla="*/ 0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39270 w 6410513"/>
              <a:gd name="connsiteY0-246" fmla="*/ 6858000 h 6858000"/>
              <a:gd name="connsiteX1-247" fmla="*/ 162719 w 6410513"/>
              <a:gd name="connsiteY1-248" fmla="*/ 6713993 h 6858000"/>
              <a:gd name="connsiteX2-249" fmla="*/ 50595 w 6410513"/>
              <a:gd name="connsiteY2-250" fmla="*/ 6349709 h 6858000"/>
              <a:gd name="connsiteX3-251" fmla="*/ 237663 w 6410513"/>
              <a:gd name="connsiteY3-252" fmla="*/ 4890555 h 6858000"/>
              <a:gd name="connsiteX4-253" fmla="*/ 999083 w 6410513"/>
              <a:gd name="connsiteY4-254" fmla="*/ 4309746 h 6858000"/>
              <a:gd name="connsiteX5-255" fmla="*/ 1213635 w 6410513"/>
              <a:gd name="connsiteY5-256" fmla="*/ 4040684 h 6858000"/>
              <a:gd name="connsiteX6-257" fmla="*/ 1126227 w 6410513"/>
              <a:gd name="connsiteY6-258" fmla="*/ 3069540 h 6858000"/>
              <a:gd name="connsiteX7-259" fmla="*/ 59111 w 6410513"/>
              <a:gd name="connsiteY7-260" fmla="*/ 958484 h 6858000"/>
              <a:gd name="connsiteX8-261" fmla="*/ 271658 w 6410513"/>
              <a:gd name="connsiteY8-262" fmla="*/ 39985 h 6858000"/>
              <a:gd name="connsiteX9-263" fmla="*/ 304153 w 6410513"/>
              <a:gd name="connsiteY9-264" fmla="*/ 0 h 6858000"/>
              <a:gd name="connsiteX10-265" fmla="*/ 6005679 w 6410513"/>
              <a:gd name="connsiteY10-266" fmla="*/ 2502345 h 6858000"/>
              <a:gd name="connsiteX11-267" fmla="*/ 6342306 w 6410513"/>
              <a:gd name="connsiteY11-268" fmla="*/ 4183546 h 6858000"/>
              <a:gd name="connsiteX12-269" fmla="*/ 6341380 w 6410513"/>
              <a:gd name="connsiteY12-270" fmla="*/ 4183178 h 6858000"/>
              <a:gd name="connsiteX13-271" fmla="*/ 5474427 w 6410513"/>
              <a:gd name="connsiteY13-272" fmla="*/ 5267186 h 6858000"/>
              <a:gd name="connsiteX14-273" fmla="*/ 3556314 w 6410513"/>
              <a:gd name="connsiteY14-274" fmla="*/ 6697536 h 6858000"/>
              <a:gd name="connsiteX15-275" fmla="*/ 3260653 w 6410513"/>
              <a:gd name="connsiteY15-276" fmla="*/ 6849975 h 6858000"/>
              <a:gd name="connsiteX16-277" fmla="*/ 3242861 w 6410513"/>
              <a:gd name="connsiteY16-278" fmla="*/ 6858000 h 6858000"/>
              <a:gd name="connsiteX0-279" fmla="*/ 239270 w 6342306"/>
              <a:gd name="connsiteY0-280" fmla="*/ 6858000 h 6858000"/>
              <a:gd name="connsiteX1-281" fmla="*/ 162719 w 6342306"/>
              <a:gd name="connsiteY1-282" fmla="*/ 6713993 h 6858000"/>
              <a:gd name="connsiteX2-283" fmla="*/ 50595 w 6342306"/>
              <a:gd name="connsiteY2-284" fmla="*/ 6349709 h 6858000"/>
              <a:gd name="connsiteX3-285" fmla="*/ 237663 w 6342306"/>
              <a:gd name="connsiteY3-286" fmla="*/ 4890555 h 6858000"/>
              <a:gd name="connsiteX4-287" fmla="*/ 999083 w 6342306"/>
              <a:gd name="connsiteY4-288" fmla="*/ 4309746 h 6858000"/>
              <a:gd name="connsiteX5-289" fmla="*/ 1213635 w 6342306"/>
              <a:gd name="connsiteY5-290" fmla="*/ 4040684 h 6858000"/>
              <a:gd name="connsiteX6-291" fmla="*/ 1126227 w 6342306"/>
              <a:gd name="connsiteY6-292" fmla="*/ 3069540 h 6858000"/>
              <a:gd name="connsiteX7-293" fmla="*/ 59111 w 6342306"/>
              <a:gd name="connsiteY7-294" fmla="*/ 958484 h 6858000"/>
              <a:gd name="connsiteX8-295" fmla="*/ 271658 w 6342306"/>
              <a:gd name="connsiteY8-296" fmla="*/ 39985 h 6858000"/>
              <a:gd name="connsiteX9-297" fmla="*/ 304153 w 6342306"/>
              <a:gd name="connsiteY9-298" fmla="*/ 0 h 6858000"/>
              <a:gd name="connsiteX10-299" fmla="*/ 6342306 w 6342306"/>
              <a:gd name="connsiteY10-300" fmla="*/ 4183546 h 6858000"/>
              <a:gd name="connsiteX11-301" fmla="*/ 6341380 w 6342306"/>
              <a:gd name="connsiteY11-302" fmla="*/ 4183178 h 6858000"/>
              <a:gd name="connsiteX12-303" fmla="*/ 5474427 w 6342306"/>
              <a:gd name="connsiteY12-304" fmla="*/ 5267186 h 6858000"/>
              <a:gd name="connsiteX13-305" fmla="*/ 3556314 w 6342306"/>
              <a:gd name="connsiteY13-306" fmla="*/ 6697536 h 6858000"/>
              <a:gd name="connsiteX14-307" fmla="*/ 3260653 w 6342306"/>
              <a:gd name="connsiteY14-308" fmla="*/ 6849975 h 6858000"/>
              <a:gd name="connsiteX15-309" fmla="*/ 3242861 w 6342306"/>
              <a:gd name="connsiteY15-310" fmla="*/ 6858000 h 6858000"/>
              <a:gd name="connsiteX0-311" fmla="*/ 239270 w 6342306"/>
              <a:gd name="connsiteY0-312" fmla="*/ 6858000 h 6858000"/>
              <a:gd name="connsiteX1-313" fmla="*/ 162719 w 6342306"/>
              <a:gd name="connsiteY1-314" fmla="*/ 6713993 h 6858000"/>
              <a:gd name="connsiteX2-315" fmla="*/ 50595 w 6342306"/>
              <a:gd name="connsiteY2-316" fmla="*/ 6349709 h 6858000"/>
              <a:gd name="connsiteX3-317" fmla="*/ 237663 w 6342306"/>
              <a:gd name="connsiteY3-318" fmla="*/ 4890555 h 6858000"/>
              <a:gd name="connsiteX4-319" fmla="*/ 999083 w 6342306"/>
              <a:gd name="connsiteY4-320" fmla="*/ 4309746 h 6858000"/>
              <a:gd name="connsiteX5-321" fmla="*/ 1213635 w 6342306"/>
              <a:gd name="connsiteY5-322" fmla="*/ 4040684 h 6858000"/>
              <a:gd name="connsiteX6-323" fmla="*/ 1126227 w 6342306"/>
              <a:gd name="connsiteY6-324" fmla="*/ 3069540 h 6858000"/>
              <a:gd name="connsiteX7-325" fmla="*/ 59111 w 6342306"/>
              <a:gd name="connsiteY7-326" fmla="*/ 958484 h 6858000"/>
              <a:gd name="connsiteX8-327" fmla="*/ 271658 w 6342306"/>
              <a:gd name="connsiteY8-328" fmla="*/ 39985 h 6858000"/>
              <a:gd name="connsiteX9-329" fmla="*/ 304153 w 6342306"/>
              <a:gd name="connsiteY9-330" fmla="*/ 0 h 6858000"/>
              <a:gd name="connsiteX10-331" fmla="*/ 6342306 w 6342306"/>
              <a:gd name="connsiteY10-332" fmla="*/ 4183546 h 6858000"/>
              <a:gd name="connsiteX11-333" fmla="*/ 5474427 w 6342306"/>
              <a:gd name="connsiteY11-334" fmla="*/ 5267186 h 6858000"/>
              <a:gd name="connsiteX12-335" fmla="*/ 3556314 w 6342306"/>
              <a:gd name="connsiteY12-336" fmla="*/ 6697536 h 6858000"/>
              <a:gd name="connsiteX13-337" fmla="*/ 3260653 w 6342306"/>
              <a:gd name="connsiteY13-338" fmla="*/ 6849975 h 6858000"/>
              <a:gd name="connsiteX14-339" fmla="*/ 3242861 w 6342306"/>
              <a:gd name="connsiteY14-340" fmla="*/ 6858000 h 6858000"/>
              <a:gd name="connsiteX0-341" fmla="*/ 239270 w 5474427"/>
              <a:gd name="connsiteY0-342" fmla="*/ 6858000 h 6858000"/>
              <a:gd name="connsiteX1-343" fmla="*/ 162719 w 5474427"/>
              <a:gd name="connsiteY1-344" fmla="*/ 6713993 h 6858000"/>
              <a:gd name="connsiteX2-345" fmla="*/ 50595 w 5474427"/>
              <a:gd name="connsiteY2-346" fmla="*/ 6349709 h 6858000"/>
              <a:gd name="connsiteX3-347" fmla="*/ 237663 w 5474427"/>
              <a:gd name="connsiteY3-348" fmla="*/ 4890555 h 6858000"/>
              <a:gd name="connsiteX4-349" fmla="*/ 999083 w 5474427"/>
              <a:gd name="connsiteY4-350" fmla="*/ 4309746 h 6858000"/>
              <a:gd name="connsiteX5-351" fmla="*/ 1213635 w 5474427"/>
              <a:gd name="connsiteY5-352" fmla="*/ 4040684 h 6858000"/>
              <a:gd name="connsiteX6-353" fmla="*/ 1126227 w 5474427"/>
              <a:gd name="connsiteY6-354" fmla="*/ 3069540 h 6858000"/>
              <a:gd name="connsiteX7-355" fmla="*/ 59111 w 5474427"/>
              <a:gd name="connsiteY7-356" fmla="*/ 958484 h 6858000"/>
              <a:gd name="connsiteX8-357" fmla="*/ 271658 w 5474427"/>
              <a:gd name="connsiteY8-358" fmla="*/ 39985 h 6858000"/>
              <a:gd name="connsiteX9-359" fmla="*/ 304153 w 5474427"/>
              <a:gd name="connsiteY9-360" fmla="*/ 0 h 6858000"/>
              <a:gd name="connsiteX10-361" fmla="*/ 5474427 w 5474427"/>
              <a:gd name="connsiteY10-362" fmla="*/ 5267186 h 6858000"/>
              <a:gd name="connsiteX11-363" fmla="*/ 3556314 w 5474427"/>
              <a:gd name="connsiteY11-364" fmla="*/ 6697536 h 6858000"/>
              <a:gd name="connsiteX12-365" fmla="*/ 3260653 w 5474427"/>
              <a:gd name="connsiteY12-366" fmla="*/ 6849975 h 6858000"/>
              <a:gd name="connsiteX13-367" fmla="*/ 3242861 w 5474427"/>
              <a:gd name="connsiteY13-368" fmla="*/ 6858000 h 6858000"/>
              <a:gd name="connsiteX0-369" fmla="*/ 239270 w 3556314"/>
              <a:gd name="connsiteY0-370" fmla="*/ 6858000 h 6858000"/>
              <a:gd name="connsiteX1-371" fmla="*/ 162719 w 3556314"/>
              <a:gd name="connsiteY1-372" fmla="*/ 6713993 h 6858000"/>
              <a:gd name="connsiteX2-373" fmla="*/ 50595 w 3556314"/>
              <a:gd name="connsiteY2-374" fmla="*/ 6349709 h 6858000"/>
              <a:gd name="connsiteX3-375" fmla="*/ 237663 w 3556314"/>
              <a:gd name="connsiteY3-376" fmla="*/ 4890555 h 6858000"/>
              <a:gd name="connsiteX4-377" fmla="*/ 999083 w 3556314"/>
              <a:gd name="connsiteY4-378" fmla="*/ 4309746 h 6858000"/>
              <a:gd name="connsiteX5-379" fmla="*/ 1213635 w 3556314"/>
              <a:gd name="connsiteY5-380" fmla="*/ 4040684 h 6858000"/>
              <a:gd name="connsiteX6-381" fmla="*/ 1126227 w 3556314"/>
              <a:gd name="connsiteY6-382" fmla="*/ 3069540 h 6858000"/>
              <a:gd name="connsiteX7-383" fmla="*/ 59111 w 3556314"/>
              <a:gd name="connsiteY7-384" fmla="*/ 958484 h 6858000"/>
              <a:gd name="connsiteX8-385" fmla="*/ 271658 w 3556314"/>
              <a:gd name="connsiteY8-386" fmla="*/ 39985 h 6858000"/>
              <a:gd name="connsiteX9-387" fmla="*/ 304153 w 3556314"/>
              <a:gd name="connsiteY9-388" fmla="*/ 0 h 6858000"/>
              <a:gd name="connsiteX10-389" fmla="*/ 3556314 w 3556314"/>
              <a:gd name="connsiteY10-390" fmla="*/ 6697536 h 6858000"/>
              <a:gd name="connsiteX11-391" fmla="*/ 3260653 w 3556314"/>
              <a:gd name="connsiteY11-392" fmla="*/ 6849975 h 6858000"/>
              <a:gd name="connsiteX12-393" fmla="*/ 3242861 w 3556314"/>
              <a:gd name="connsiteY12-394" fmla="*/ 6858000 h 6858000"/>
              <a:gd name="connsiteX0-395" fmla="*/ 239270 w 3260653"/>
              <a:gd name="connsiteY0-396" fmla="*/ 6858000 h 6858000"/>
              <a:gd name="connsiteX1-397" fmla="*/ 162719 w 3260653"/>
              <a:gd name="connsiteY1-398" fmla="*/ 6713993 h 6858000"/>
              <a:gd name="connsiteX2-399" fmla="*/ 50595 w 3260653"/>
              <a:gd name="connsiteY2-400" fmla="*/ 6349709 h 6858000"/>
              <a:gd name="connsiteX3-401" fmla="*/ 237663 w 3260653"/>
              <a:gd name="connsiteY3-402" fmla="*/ 4890555 h 6858000"/>
              <a:gd name="connsiteX4-403" fmla="*/ 999083 w 3260653"/>
              <a:gd name="connsiteY4-404" fmla="*/ 4309746 h 6858000"/>
              <a:gd name="connsiteX5-405" fmla="*/ 1213635 w 3260653"/>
              <a:gd name="connsiteY5-406" fmla="*/ 4040684 h 6858000"/>
              <a:gd name="connsiteX6-407" fmla="*/ 1126227 w 3260653"/>
              <a:gd name="connsiteY6-408" fmla="*/ 3069540 h 6858000"/>
              <a:gd name="connsiteX7-409" fmla="*/ 59111 w 3260653"/>
              <a:gd name="connsiteY7-410" fmla="*/ 958484 h 6858000"/>
              <a:gd name="connsiteX8-411" fmla="*/ 271658 w 3260653"/>
              <a:gd name="connsiteY8-412" fmla="*/ 39985 h 6858000"/>
              <a:gd name="connsiteX9-413" fmla="*/ 304153 w 3260653"/>
              <a:gd name="connsiteY9-414" fmla="*/ 0 h 6858000"/>
              <a:gd name="connsiteX10-415" fmla="*/ 3260653 w 3260653"/>
              <a:gd name="connsiteY10-416" fmla="*/ 6849975 h 6858000"/>
              <a:gd name="connsiteX11-417" fmla="*/ 3242861 w 3260653"/>
              <a:gd name="connsiteY11-418" fmla="*/ 6858000 h 6858000"/>
              <a:gd name="connsiteX0-419" fmla="*/ 239270 w 3260653"/>
              <a:gd name="connsiteY0-420" fmla="*/ 6858000 h 6858000"/>
              <a:gd name="connsiteX1-421" fmla="*/ 162719 w 3260653"/>
              <a:gd name="connsiteY1-422" fmla="*/ 6713993 h 6858000"/>
              <a:gd name="connsiteX2-423" fmla="*/ 50595 w 3260653"/>
              <a:gd name="connsiteY2-424" fmla="*/ 6349709 h 6858000"/>
              <a:gd name="connsiteX3-425" fmla="*/ 237663 w 3260653"/>
              <a:gd name="connsiteY3-426" fmla="*/ 4890555 h 6858000"/>
              <a:gd name="connsiteX4-427" fmla="*/ 999083 w 3260653"/>
              <a:gd name="connsiteY4-428" fmla="*/ 4309746 h 6858000"/>
              <a:gd name="connsiteX5-429" fmla="*/ 1213635 w 3260653"/>
              <a:gd name="connsiteY5-430" fmla="*/ 4040684 h 6858000"/>
              <a:gd name="connsiteX6-431" fmla="*/ 1126227 w 3260653"/>
              <a:gd name="connsiteY6-432" fmla="*/ 3069540 h 6858000"/>
              <a:gd name="connsiteX7-433" fmla="*/ 59111 w 3260653"/>
              <a:gd name="connsiteY7-434" fmla="*/ 958484 h 6858000"/>
              <a:gd name="connsiteX8-435" fmla="*/ 271658 w 3260653"/>
              <a:gd name="connsiteY8-436" fmla="*/ 39985 h 6858000"/>
              <a:gd name="connsiteX9-437" fmla="*/ 304153 w 3260653"/>
              <a:gd name="connsiteY9-438" fmla="*/ 0 h 6858000"/>
              <a:gd name="connsiteX10-439" fmla="*/ 3260653 w 3260653"/>
              <a:gd name="connsiteY10-440" fmla="*/ 6849975 h 6858000"/>
              <a:gd name="connsiteX0-441" fmla="*/ 239270 w 1289082"/>
              <a:gd name="connsiteY0-442" fmla="*/ 6858000 h 6858000"/>
              <a:gd name="connsiteX1-443" fmla="*/ 162719 w 1289082"/>
              <a:gd name="connsiteY1-444" fmla="*/ 6713993 h 6858000"/>
              <a:gd name="connsiteX2-445" fmla="*/ 50595 w 1289082"/>
              <a:gd name="connsiteY2-446" fmla="*/ 6349709 h 6858000"/>
              <a:gd name="connsiteX3-447" fmla="*/ 237663 w 1289082"/>
              <a:gd name="connsiteY3-448" fmla="*/ 4890555 h 6858000"/>
              <a:gd name="connsiteX4-449" fmla="*/ 999083 w 1289082"/>
              <a:gd name="connsiteY4-450" fmla="*/ 4309746 h 6858000"/>
              <a:gd name="connsiteX5-451" fmla="*/ 1213635 w 1289082"/>
              <a:gd name="connsiteY5-452" fmla="*/ 4040684 h 6858000"/>
              <a:gd name="connsiteX6-453" fmla="*/ 1126227 w 1289082"/>
              <a:gd name="connsiteY6-454" fmla="*/ 3069540 h 6858000"/>
              <a:gd name="connsiteX7-455" fmla="*/ 59111 w 1289082"/>
              <a:gd name="connsiteY7-456" fmla="*/ 958484 h 6858000"/>
              <a:gd name="connsiteX8-457" fmla="*/ 271658 w 1289082"/>
              <a:gd name="connsiteY8-458" fmla="*/ 39985 h 6858000"/>
              <a:gd name="connsiteX9-459" fmla="*/ 304153 w 1289082"/>
              <a:gd name="connsiteY9-46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289082" h="6858000">
                <a:moveTo>
                  <a:pt x="239270" y="6858000"/>
                </a:moveTo>
                <a:lnTo>
                  <a:pt x="162719" y="6713993"/>
                </a:lnTo>
                <a:cubicBezTo>
                  <a:pt x="112384" y="6601822"/>
                  <a:pt x="74788" y="6479097"/>
                  <a:pt x="50595" y="6349709"/>
                </a:cubicBezTo>
                <a:cubicBezTo>
                  <a:pt x="-45906" y="5840070"/>
                  <a:pt x="-15231" y="5264722"/>
                  <a:pt x="237663" y="4890555"/>
                </a:cubicBezTo>
                <a:cubicBezTo>
                  <a:pt x="424112" y="4613466"/>
                  <a:pt x="755797" y="4515079"/>
                  <a:pt x="999083" y="4309746"/>
                </a:cubicBezTo>
                <a:cubicBezTo>
                  <a:pt x="1085008" y="4237318"/>
                  <a:pt x="1159754" y="4151606"/>
                  <a:pt x="1213635" y="4040684"/>
                </a:cubicBezTo>
                <a:cubicBezTo>
                  <a:pt x="1356534" y="3747872"/>
                  <a:pt x="1279026" y="3387446"/>
                  <a:pt x="1126227" y="3069540"/>
                </a:cubicBezTo>
                <a:cubicBezTo>
                  <a:pt x="793607" y="2377961"/>
                  <a:pt x="176058" y="1766342"/>
                  <a:pt x="59111" y="958484"/>
                </a:cubicBezTo>
                <a:cubicBezTo>
                  <a:pt x="5295" y="587931"/>
                  <a:pt x="98538" y="277105"/>
                  <a:pt x="271658" y="39985"/>
                </a:cubicBezTo>
                <a:lnTo>
                  <a:pt x="304153" y="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 anchor="t">
            <a:normAutofit/>
          </a:bodyPr>
          <a:lstStyle>
            <a:lvl1pPr algn="ctr">
              <a:defRPr sz="4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5900" b="1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6000" y="360000"/>
            <a:ext cx="10800000" cy="58176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60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8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3" name="任意多边形: 形状 22" descr="C:/Users/kingsoft/AppData/Local/Temp/fig2wpp/@svg_Vector-2178&amp;8989.svg"/>
          <p:cNvSpPr/>
          <p:nvPr userDrawn="1">
            <p:custDataLst>
              <p:tags r:id="rId14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838500" y="551543"/>
            <a:ext cx="10515000" cy="2966449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38500" y="4083084"/>
            <a:ext cx="10515000" cy="671132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0" Type="http://schemas.openxmlformats.org/officeDocument/2006/relationships/theme" Target="../theme/theme5.xml"/><Relationship Id="rId2" Type="http://schemas.openxmlformats.org/officeDocument/2006/relationships/slideLayout" Target="../slideLayouts/slideLayout17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tags" Target="../tags/tag111.xml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 descr="C:/Users/kingsoft/AppData/Local/Temp/fig2wpp/@svg_Vector-2178&amp;9013.svg"/>
          <p:cNvSpPr/>
          <p:nvPr userDrawn="1">
            <p:custDataLst>
              <p:tags r:id="rId12"/>
            </p:custDataLst>
          </p:nvPr>
        </p:nvSpPr>
        <p:spPr>
          <a:xfrm>
            <a:off x="9972353" y="6235042"/>
            <a:ext cx="2219647" cy="622959"/>
          </a:xfrm>
          <a:custGeom>
            <a:avLst/>
            <a:gdLst>
              <a:gd name="connsiteX0" fmla="*/ 2219647 w 2219647"/>
              <a:gd name="connsiteY0" fmla="*/ 0 h 622959"/>
              <a:gd name="connsiteX1" fmla="*/ 2219647 w 2219647"/>
              <a:gd name="connsiteY1" fmla="*/ 579793 h 622959"/>
              <a:gd name="connsiteX2" fmla="*/ 2149825 w 2219647"/>
              <a:gd name="connsiteY2" fmla="*/ 622959 h 622959"/>
              <a:gd name="connsiteX3" fmla="*/ 0 w 2219647"/>
              <a:gd name="connsiteY3" fmla="*/ 622959 h 622959"/>
              <a:gd name="connsiteX4" fmla="*/ 9058 w 2219647"/>
              <a:gd name="connsiteY4" fmla="*/ 604457 h 622959"/>
              <a:gd name="connsiteX5" fmla="*/ 1123206 w 2219647"/>
              <a:gd name="connsiteY5" fmla="*/ 142912 h 622959"/>
              <a:gd name="connsiteX6" fmla="*/ 1749088 w 2219647"/>
              <a:gd name="connsiteY6" fmla="*/ 360781 h 622959"/>
              <a:gd name="connsiteX7" fmla="*/ 2168089 w 2219647"/>
              <a:gd name="connsiteY7" fmla="*/ 25687 h 622959"/>
              <a:gd name="connsiteX0-1" fmla="*/ 2219647 w 2311087"/>
              <a:gd name="connsiteY0-2" fmla="*/ 579793 h 671233"/>
              <a:gd name="connsiteX1-3" fmla="*/ 2149825 w 2311087"/>
              <a:gd name="connsiteY1-4" fmla="*/ 622959 h 671233"/>
              <a:gd name="connsiteX2-5" fmla="*/ 0 w 2311087"/>
              <a:gd name="connsiteY2-6" fmla="*/ 622959 h 671233"/>
              <a:gd name="connsiteX3-7" fmla="*/ 9058 w 2311087"/>
              <a:gd name="connsiteY3-8" fmla="*/ 604457 h 671233"/>
              <a:gd name="connsiteX4-9" fmla="*/ 1123206 w 2311087"/>
              <a:gd name="connsiteY4-10" fmla="*/ 142912 h 671233"/>
              <a:gd name="connsiteX5-11" fmla="*/ 1749088 w 2311087"/>
              <a:gd name="connsiteY5-12" fmla="*/ 360781 h 671233"/>
              <a:gd name="connsiteX6-13" fmla="*/ 2168089 w 2311087"/>
              <a:gd name="connsiteY6-14" fmla="*/ 25687 h 671233"/>
              <a:gd name="connsiteX7-15" fmla="*/ 2219647 w 2311087"/>
              <a:gd name="connsiteY7-16" fmla="*/ 0 h 671233"/>
              <a:gd name="connsiteX8" fmla="*/ 2311087 w 2311087"/>
              <a:gd name="connsiteY8" fmla="*/ 671233 h 671233"/>
              <a:gd name="connsiteX0-17" fmla="*/ 2219647 w 2219647"/>
              <a:gd name="connsiteY0-18" fmla="*/ 579793 h 622959"/>
              <a:gd name="connsiteX1-19" fmla="*/ 2149825 w 2219647"/>
              <a:gd name="connsiteY1-20" fmla="*/ 622959 h 622959"/>
              <a:gd name="connsiteX2-21" fmla="*/ 0 w 2219647"/>
              <a:gd name="connsiteY2-22" fmla="*/ 622959 h 622959"/>
              <a:gd name="connsiteX3-23" fmla="*/ 9058 w 2219647"/>
              <a:gd name="connsiteY3-24" fmla="*/ 604457 h 622959"/>
              <a:gd name="connsiteX4-25" fmla="*/ 1123206 w 2219647"/>
              <a:gd name="connsiteY4-26" fmla="*/ 142912 h 622959"/>
              <a:gd name="connsiteX5-27" fmla="*/ 1749088 w 2219647"/>
              <a:gd name="connsiteY5-28" fmla="*/ 360781 h 622959"/>
              <a:gd name="connsiteX6-29" fmla="*/ 2168089 w 2219647"/>
              <a:gd name="connsiteY6-30" fmla="*/ 25687 h 622959"/>
              <a:gd name="connsiteX7-31" fmla="*/ 2219647 w 2219647"/>
              <a:gd name="connsiteY7-32" fmla="*/ 0 h 622959"/>
              <a:gd name="connsiteX0-33" fmla="*/ 2149825 w 2219647"/>
              <a:gd name="connsiteY0-34" fmla="*/ 622959 h 622959"/>
              <a:gd name="connsiteX1-35" fmla="*/ 0 w 2219647"/>
              <a:gd name="connsiteY1-36" fmla="*/ 622959 h 622959"/>
              <a:gd name="connsiteX2-37" fmla="*/ 9058 w 2219647"/>
              <a:gd name="connsiteY2-38" fmla="*/ 604457 h 622959"/>
              <a:gd name="connsiteX3-39" fmla="*/ 1123206 w 2219647"/>
              <a:gd name="connsiteY3-40" fmla="*/ 142912 h 622959"/>
              <a:gd name="connsiteX4-41" fmla="*/ 1749088 w 2219647"/>
              <a:gd name="connsiteY4-42" fmla="*/ 360781 h 622959"/>
              <a:gd name="connsiteX5-43" fmla="*/ 2168089 w 2219647"/>
              <a:gd name="connsiteY5-44" fmla="*/ 25687 h 622959"/>
              <a:gd name="connsiteX6-45" fmla="*/ 2219647 w 2219647"/>
              <a:gd name="connsiteY6-46" fmla="*/ 0 h 622959"/>
              <a:gd name="connsiteX0-47" fmla="*/ 0 w 2219647"/>
              <a:gd name="connsiteY0-48" fmla="*/ 622959 h 622959"/>
              <a:gd name="connsiteX1-49" fmla="*/ 9058 w 2219647"/>
              <a:gd name="connsiteY1-50" fmla="*/ 604457 h 622959"/>
              <a:gd name="connsiteX2-51" fmla="*/ 1123206 w 2219647"/>
              <a:gd name="connsiteY2-52" fmla="*/ 142912 h 622959"/>
              <a:gd name="connsiteX3-53" fmla="*/ 1749088 w 2219647"/>
              <a:gd name="connsiteY3-54" fmla="*/ 360781 h 622959"/>
              <a:gd name="connsiteX4-55" fmla="*/ 2168089 w 2219647"/>
              <a:gd name="connsiteY4-56" fmla="*/ 25687 h 622959"/>
              <a:gd name="connsiteX5-57" fmla="*/ 2219647 w 2219647"/>
              <a:gd name="connsiteY5-58" fmla="*/ 0 h 6229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19647" h="622959">
                <a:moveTo>
                  <a:pt x="0" y="622959"/>
                </a:moveTo>
                <a:lnTo>
                  <a:pt x="9058" y="604457"/>
                </a:lnTo>
                <a:cubicBezTo>
                  <a:pt x="270206" y="166976"/>
                  <a:pt x="814246" y="-197146"/>
                  <a:pt x="1123206" y="142912"/>
                </a:cubicBezTo>
                <a:cubicBezTo>
                  <a:pt x="1269208" y="303718"/>
                  <a:pt x="1435856" y="645732"/>
                  <a:pt x="1749088" y="360781"/>
                </a:cubicBezTo>
                <a:cubicBezTo>
                  <a:pt x="1885670" y="236542"/>
                  <a:pt x="2024273" y="109683"/>
                  <a:pt x="2168089" y="25687"/>
                </a:cubicBezTo>
                <a:lnTo>
                  <a:pt x="2219647" y="0"/>
                </a:lnTo>
              </a:path>
            </a:pathLst>
          </a:custGeom>
          <a:noFill/>
          <a:ln w="25298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1" name="任意多边形: 形状 10" descr="C:/Users/kingsoft/AppData/Local/Temp/fig2wpp/@svg_Vector-2178&amp;9014.svg"/>
          <p:cNvSpPr/>
          <p:nvPr userDrawn="1">
            <p:custDataLst>
              <p:tags r:id="rId13"/>
            </p:custDataLst>
          </p:nvPr>
        </p:nvSpPr>
        <p:spPr>
          <a:xfrm>
            <a:off x="0" y="1"/>
            <a:ext cx="1148257" cy="423919"/>
          </a:xfrm>
          <a:custGeom>
            <a:avLst/>
            <a:gdLst>
              <a:gd name="connsiteX0" fmla="*/ 1148257 w 1907362"/>
              <a:gd name="connsiteY0" fmla="*/ 0 h 2388879"/>
              <a:gd name="connsiteX1" fmla="*/ 1907362 w 1907362"/>
              <a:gd name="connsiteY1" fmla="*/ 0 h 2388879"/>
              <a:gd name="connsiteX2" fmla="*/ 0 w 1907362"/>
              <a:gd name="connsiteY2" fmla="*/ 2388879 h 2388879"/>
              <a:gd name="connsiteX3" fmla="*/ 0 w 1907362"/>
              <a:gd name="connsiteY3" fmla="*/ 168928 h 2388879"/>
              <a:gd name="connsiteX4" fmla="*/ 92048 w 1907362"/>
              <a:gd name="connsiteY4" fmla="*/ 181899 h 2388879"/>
              <a:gd name="connsiteX5" fmla="*/ 205692 w 1907362"/>
              <a:gd name="connsiteY5" fmla="*/ 220189 h 2388879"/>
              <a:gd name="connsiteX6" fmla="*/ 1038515 w 1907362"/>
              <a:gd name="connsiteY6" fmla="*/ 213984 h 2388879"/>
              <a:gd name="connsiteX0-1" fmla="*/ 1907362 w 1998802"/>
              <a:gd name="connsiteY0-2" fmla="*/ 0 h 2388879"/>
              <a:gd name="connsiteX1-3" fmla="*/ 0 w 1998802"/>
              <a:gd name="connsiteY1-4" fmla="*/ 2388879 h 2388879"/>
              <a:gd name="connsiteX2-5" fmla="*/ 0 w 1998802"/>
              <a:gd name="connsiteY2-6" fmla="*/ 168928 h 2388879"/>
              <a:gd name="connsiteX3-7" fmla="*/ 92048 w 1998802"/>
              <a:gd name="connsiteY3-8" fmla="*/ 181899 h 2388879"/>
              <a:gd name="connsiteX4-9" fmla="*/ 205692 w 1998802"/>
              <a:gd name="connsiteY4-10" fmla="*/ 220189 h 2388879"/>
              <a:gd name="connsiteX5-11" fmla="*/ 1038515 w 1998802"/>
              <a:gd name="connsiteY5-12" fmla="*/ 213984 h 2388879"/>
              <a:gd name="connsiteX6-13" fmla="*/ 1148257 w 1998802"/>
              <a:gd name="connsiteY6-14" fmla="*/ 0 h 2388879"/>
              <a:gd name="connsiteX7" fmla="*/ 1998802 w 1998802"/>
              <a:gd name="connsiteY7" fmla="*/ 91440 h 2388879"/>
              <a:gd name="connsiteX0-15" fmla="*/ 1907362 w 1907362"/>
              <a:gd name="connsiteY0-16" fmla="*/ 0 h 2388879"/>
              <a:gd name="connsiteX1-17" fmla="*/ 0 w 1907362"/>
              <a:gd name="connsiteY1-18" fmla="*/ 2388879 h 2388879"/>
              <a:gd name="connsiteX2-19" fmla="*/ 0 w 1907362"/>
              <a:gd name="connsiteY2-20" fmla="*/ 168928 h 2388879"/>
              <a:gd name="connsiteX3-21" fmla="*/ 92048 w 1907362"/>
              <a:gd name="connsiteY3-22" fmla="*/ 181899 h 2388879"/>
              <a:gd name="connsiteX4-23" fmla="*/ 205692 w 1907362"/>
              <a:gd name="connsiteY4-24" fmla="*/ 220189 h 2388879"/>
              <a:gd name="connsiteX5-25" fmla="*/ 1038515 w 1907362"/>
              <a:gd name="connsiteY5-26" fmla="*/ 213984 h 2388879"/>
              <a:gd name="connsiteX6-27" fmla="*/ 1148257 w 1907362"/>
              <a:gd name="connsiteY6-28" fmla="*/ 0 h 2388879"/>
              <a:gd name="connsiteX0-29" fmla="*/ 0 w 1148257"/>
              <a:gd name="connsiteY0-30" fmla="*/ 2388879 h 2388879"/>
              <a:gd name="connsiteX1-31" fmla="*/ 0 w 1148257"/>
              <a:gd name="connsiteY1-32" fmla="*/ 168928 h 2388879"/>
              <a:gd name="connsiteX2-33" fmla="*/ 92048 w 1148257"/>
              <a:gd name="connsiteY2-34" fmla="*/ 181899 h 2388879"/>
              <a:gd name="connsiteX3-35" fmla="*/ 205692 w 1148257"/>
              <a:gd name="connsiteY3-36" fmla="*/ 220189 h 2388879"/>
              <a:gd name="connsiteX4-37" fmla="*/ 1038515 w 1148257"/>
              <a:gd name="connsiteY4-38" fmla="*/ 213984 h 2388879"/>
              <a:gd name="connsiteX5-39" fmla="*/ 1148257 w 1148257"/>
              <a:gd name="connsiteY5-40" fmla="*/ 0 h 2388879"/>
              <a:gd name="connsiteX0-41" fmla="*/ 0 w 1148257"/>
              <a:gd name="connsiteY0-42" fmla="*/ 168928 h 423919"/>
              <a:gd name="connsiteX1-43" fmla="*/ 92048 w 1148257"/>
              <a:gd name="connsiteY1-44" fmla="*/ 181899 h 423919"/>
              <a:gd name="connsiteX2-45" fmla="*/ 205692 w 1148257"/>
              <a:gd name="connsiteY2-46" fmla="*/ 220189 h 423919"/>
              <a:gd name="connsiteX3-47" fmla="*/ 1038515 w 1148257"/>
              <a:gd name="connsiteY3-48" fmla="*/ 213984 h 423919"/>
              <a:gd name="connsiteX4-49" fmla="*/ 1148257 w 1148257"/>
              <a:gd name="connsiteY4-50" fmla="*/ 0 h 4239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48257" h="423919">
                <a:moveTo>
                  <a:pt x="0" y="168928"/>
                </a:moveTo>
                <a:lnTo>
                  <a:pt x="92048" y="181899"/>
                </a:lnTo>
                <a:cubicBezTo>
                  <a:pt x="129254" y="190750"/>
                  <a:pt x="167165" y="203411"/>
                  <a:pt x="205692" y="220189"/>
                </a:cubicBezTo>
                <a:cubicBezTo>
                  <a:pt x="460645" y="331299"/>
                  <a:pt x="839075" y="620299"/>
                  <a:pt x="1038515" y="213984"/>
                </a:cubicBezTo>
                <a:lnTo>
                  <a:pt x="1148257" y="0"/>
                </a:lnTo>
              </a:path>
            </a:pathLst>
          </a:custGeom>
          <a:noFill/>
          <a:ln w="25285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60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60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60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411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p>
            <a:pPr algn="l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4.x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9.png"/><Relationship Id="rId12" Type="http://schemas.openxmlformats.org/officeDocument/2006/relationships/tags" Target="../tags/tag124.xml"/><Relationship Id="rId11" Type="http://schemas.openxmlformats.org/officeDocument/2006/relationships/image" Target="../media/image8.svg"/><Relationship Id="rId10" Type="http://schemas.openxmlformats.org/officeDocument/2006/relationships/image" Target="../media/image7.png"/><Relationship Id="rId1" Type="http://schemas.openxmlformats.org/officeDocument/2006/relationships/tags" Target="../tags/tag1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32.svg"/><Relationship Id="rId13" Type="http://schemas.openxmlformats.org/officeDocument/2006/relationships/image" Target="../media/image31.png"/><Relationship Id="rId12" Type="http://schemas.openxmlformats.org/officeDocument/2006/relationships/image" Target="../media/image30.svg"/><Relationship Id="rId11" Type="http://schemas.openxmlformats.org/officeDocument/2006/relationships/image" Target="../media/image29.png"/><Relationship Id="rId10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svg"/><Relationship Id="rId8" Type="http://schemas.openxmlformats.org/officeDocument/2006/relationships/image" Target="../media/image39.png"/><Relationship Id="rId7" Type="http://schemas.openxmlformats.org/officeDocument/2006/relationships/image" Target="../media/image38.svg"/><Relationship Id="rId6" Type="http://schemas.openxmlformats.org/officeDocument/2006/relationships/image" Target="../media/image37.png"/><Relationship Id="rId5" Type="http://schemas.openxmlformats.org/officeDocument/2006/relationships/image" Target="../media/image8.svg"/><Relationship Id="rId4" Type="http://schemas.openxmlformats.org/officeDocument/2006/relationships/image" Target="../media/image36.png"/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7" Type="http://schemas.openxmlformats.org/officeDocument/2006/relationships/notesSlide" Target="../notesSlides/notesSlide11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46.svg"/><Relationship Id="rId14" Type="http://schemas.openxmlformats.org/officeDocument/2006/relationships/image" Target="../media/image45.png"/><Relationship Id="rId13" Type="http://schemas.openxmlformats.org/officeDocument/2006/relationships/image" Target="../media/image44.svg"/><Relationship Id="rId12" Type="http://schemas.openxmlformats.org/officeDocument/2006/relationships/image" Target="../media/image43.png"/><Relationship Id="rId11" Type="http://schemas.openxmlformats.org/officeDocument/2006/relationships/image" Target="../media/image42.svg"/><Relationship Id="rId10" Type="http://schemas.openxmlformats.org/officeDocument/2006/relationships/image" Target="../media/image41.png"/><Relationship Id="rId1" Type="http://schemas.openxmlformats.org/officeDocument/2006/relationships/image" Target="../media/image33.web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image" Target="../media/image35.svg"/><Relationship Id="rId5" Type="http://schemas.openxmlformats.org/officeDocument/2006/relationships/image" Target="../media/image48.png"/><Relationship Id="rId4" Type="http://schemas.openxmlformats.org/officeDocument/2006/relationships/tags" Target="../tags/tag127.xml"/><Relationship Id="rId31" Type="http://schemas.openxmlformats.org/officeDocument/2006/relationships/notesSlide" Target="../notesSlides/notesSlide13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126.xml"/><Relationship Id="rId29" Type="http://schemas.openxmlformats.org/officeDocument/2006/relationships/tags" Target="../tags/tag144.xml"/><Relationship Id="rId28" Type="http://schemas.openxmlformats.org/officeDocument/2006/relationships/tags" Target="../tags/tag143.xml"/><Relationship Id="rId27" Type="http://schemas.openxmlformats.org/officeDocument/2006/relationships/image" Target="../media/image54.svg"/><Relationship Id="rId26" Type="http://schemas.openxmlformats.org/officeDocument/2006/relationships/image" Target="../media/image53.png"/><Relationship Id="rId25" Type="http://schemas.openxmlformats.org/officeDocument/2006/relationships/tags" Target="../tags/tag142.xml"/><Relationship Id="rId24" Type="http://schemas.openxmlformats.org/officeDocument/2006/relationships/tags" Target="../tags/tag141.xml"/><Relationship Id="rId23" Type="http://schemas.openxmlformats.org/officeDocument/2006/relationships/tags" Target="../tags/tag140.xml"/><Relationship Id="rId22" Type="http://schemas.openxmlformats.org/officeDocument/2006/relationships/tags" Target="../tags/tag139.xml"/><Relationship Id="rId21" Type="http://schemas.openxmlformats.org/officeDocument/2006/relationships/tags" Target="../tags/tag138.xml"/><Relationship Id="rId20" Type="http://schemas.openxmlformats.org/officeDocument/2006/relationships/image" Target="../media/image52.svg"/><Relationship Id="rId2" Type="http://schemas.openxmlformats.org/officeDocument/2006/relationships/tags" Target="../tags/tag125.xml"/><Relationship Id="rId19" Type="http://schemas.openxmlformats.org/officeDocument/2006/relationships/image" Target="../media/image51.png"/><Relationship Id="rId18" Type="http://schemas.openxmlformats.org/officeDocument/2006/relationships/tags" Target="../tags/tag137.xml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image" Target="../media/image50.svg"/><Relationship Id="rId12" Type="http://schemas.openxmlformats.org/officeDocument/2006/relationships/image" Target="../media/image49.png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49.xml"/><Relationship Id="rId3" Type="http://schemas.openxmlformats.org/officeDocument/2006/relationships/image" Target="../media/image55.png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tags" Target="../tags/tag170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176.xml"/><Relationship Id="rId4" Type="http://schemas.openxmlformats.org/officeDocument/2006/relationships/image" Target="../media/image56.png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tags" Target="../tags/tag180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44123" y="6731"/>
            <a:ext cx="3351620" cy="2379805"/>
          </a:xfrm>
          <a:custGeom>
            <a:avLst/>
            <a:gdLst/>
            <a:ahLst/>
            <a:cxnLst/>
            <a:rect l="l" t="t" r="r" b="b"/>
            <a:pathLst>
              <a:path w="3351620" h="2379805">
                <a:moveTo>
                  <a:pt x="3351620" y="2006062"/>
                </a:moveTo>
                <a:lnTo>
                  <a:pt x="3275918" y="2000054"/>
                </a:lnTo>
                <a:cubicBezTo>
                  <a:pt x="2834703" y="1984809"/>
                  <a:pt x="2586849" y="2117726"/>
                  <a:pt x="2209736" y="2256278"/>
                </a:cubicBezTo>
                <a:cubicBezTo>
                  <a:pt x="1873397" y="2379805"/>
                  <a:pt x="1463741" y="2348365"/>
                  <a:pt x="1068485" y="2218351"/>
                </a:cubicBezTo>
                <a:cubicBezTo>
                  <a:pt x="1040277" y="2209084"/>
                  <a:pt x="1006952" y="2203345"/>
                  <a:pt x="979721" y="2193066"/>
                </a:cubicBezTo>
                <a:cubicBezTo>
                  <a:pt x="575090" y="2040866"/>
                  <a:pt x="215714" y="1737059"/>
                  <a:pt x="104764" y="1371319"/>
                </a:cubicBezTo>
                <a:cubicBezTo>
                  <a:pt x="0" y="1026135"/>
                  <a:pt x="98332" y="693616"/>
                  <a:pt x="155486" y="372579"/>
                </a:cubicBezTo>
                <a:cubicBezTo>
                  <a:pt x="181757" y="246156"/>
                  <a:pt x="236528" y="0"/>
                  <a:pt x="236528" y="0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9055230" y="11176"/>
            <a:ext cx="3135964" cy="2053459"/>
          </a:xfrm>
          <a:custGeom>
            <a:avLst/>
            <a:gdLst/>
            <a:ahLst/>
            <a:cxnLst/>
            <a:rect l="l" t="t" r="r" b="b"/>
            <a:pathLst>
              <a:path w="3135964" h="2053459">
                <a:moveTo>
                  <a:pt x="3135964" y="1814747"/>
                </a:moveTo>
                <a:lnTo>
                  <a:pt x="3084605" y="1809337"/>
                </a:lnTo>
                <a:cubicBezTo>
                  <a:pt x="2575330" y="1752700"/>
                  <a:pt x="2311980" y="1841410"/>
                  <a:pt x="1930676" y="1961044"/>
                </a:cubicBezTo>
                <a:cubicBezTo>
                  <a:pt x="1636450" y="2053459"/>
                  <a:pt x="1285250" y="2025773"/>
                  <a:pt x="941592" y="1910475"/>
                </a:cubicBezTo>
                <a:cubicBezTo>
                  <a:pt x="916879" y="1902156"/>
                  <a:pt x="889105" y="1894255"/>
                  <a:pt x="865510" y="1885191"/>
                </a:cubicBezTo>
                <a:cubicBezTo>
                  <a:pt x="513426" y="1750816"/>
                  <a:pt x="191895" y="1495403"/>
                  <a:pt x="91996" y="1177223"/>
                </a:cubicBezTo>
                <a:cubicBezTo>
                  <a:pt x="0" y="884511"/>
                  <a:pt x="83750" y="603079"/>
                  <a:pt x="130037" y="330191"/>
                </a:cubicBezTo>
                <a:cubicBezTo>
                  <a:pt x="153567" y="216411"/>
                  <a:pt x="202855" y="0"/>
                  <a:pt x="202855" y="0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9355955" y="11176"/>
            <a:ext cx="2829992" cy="1692495"/>
          </a:xfrm>
          <a:custGeom>
            <a:avLst/>
            <a:gdLst/>
            <a:ahLst/>
            <a:cxnLst/>
            <a:rect l="l" t="t" r="r" b="b"/>
            <a:pathLst>
              <a:path w="2829992" h="1692495">
                <a:moveTo>
                  <a:pt x="2829992" y="1583390"/>
                </a:moveTo>
                <a:lnTo>
                  <a:pt x="2796016" y="1582520"/>
                </a:lnTo>
                <a:cubicBezTo>
                  <a:pt x="2741934" y="1579555"/>
                  <a:pt x="2685465" y="1575022"/>
                  <a:pt x="2626470" y="1569132"/>
                </a:cubicBezTo>
                <a:cubicBezTo>
                  <a:pt x="2190816" y="1525605"/>
                  <a:pt x="1950698" y="1552786"/>
                  <a:pt x="1624706" y="1632344"/>
                </a:cubicBezTo>
                <a:cubicBezTo>
                  <a:pt x="1377879" y="1692495"/>
                  <a:pt x="1087115" y="1667831"/>
                  <a:pt x="800471" y="1569132"/>
                </a:cubicBezTo>
                <a:cubicBezTo>
                  <a:pt x="779979" y="1562242"/>
                  <a:pt x="756962" y="1551496"/>
                  <a:pt x="737066" y="1543848"/>
                </a:cubicBezTo>
                <a:cubicBezTo>
                  <a:pt x="443219" y="1429751"/>
                  <a:pt x="165158" y="1215544"/>
                  <a:pt x="77677" y="949662"/>
                </a:cubicBezTo>
                <a:cubicBezTo>
                  <a:pt x="0" y="713966"/>
                  <a:pt x="68462" y="487811"/>
                  <a:pt x="103039" y="266978"/>
                </a:cubicBezTo>
                <a:cubicBezTo>
                  <a:pt x="120996" y="174268"/>
                  <a:pt x="150219" y="0"/>
                  <a:pt x="150219" y="0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11772900" y="0"/>
            <a:ext cx="414560" cy="210000"/>
          </a:xfrm>
          <a:custGeom>
            <a:avLst/>
            <a:gdLst/>
            <a:ahLst/>
            <a:cxnLst/>
            <a:rect l="l" t="t" r="r" b="b"/>
            <a:pathLst>
              <a:path w="414560" h="210000">
                <a:moveTo>
                  <a:pt x="0" y="0"/>
                </a:moveTo>
                <a:lnTo>
                  <a:pt x="50490" y="25644"/>
                </a:lnTo>
                <a:cubicBezTo>
                  <a:pt x="147274" y="72451"/>
                  <a:pt x="318087" y="157265"/>
                  <a:pt x="414560" y="210000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9922201" y="0"/>
            <a:ext cx="2127688" cy="1069279"/>
          </a:xfrm>
          <a:custGeom>
            <a:avLst/>
            <a:gdLst/>
            <a:ahLst/>
            <a:cxnLst/>
            <a:rect l="l" t="t" r="r" b="b"/>
            <a:pathLst>
              <a:path w="2127688" h="1069279">
                <a:moveTo>
                  <a:pt x="1540072" y="0"/>
                </a:moveTo>
                <a:lnTo>
                  <a:pt x="1587446" y="31806"/>
                </a:lnTo>
                <a:cubicBezTo>
                  <a:pt x="1716534" y="110340"/>
                  <a:pt x="1859777" y="183236"/>
                  <a:pt x="1971973" y="303414"/>
                </a:cubicBezTo>
                <a:cubicBezTo>
                  <a:pt x="2127689" y="469927"/>
                  <a:pt x="2127346" y="669981"/>
                  <a:pt x="2060735" y="783821"/>
                </a:cubicBezTo>
                <a:cubicBezTo>
                  <a:pt x="2046280" y="959721"/>
                  <a:pt x="1888445" y="1069279"/>
                  <a:pt x="1578875" y="1049310"/>
                </a:cubicBezTo>
                <a:cubicBezTo>
                  <a:pt x="1311810" y="1032163"/>
                  <a:pt x="1134879" y="972195"/>
                  <a:pt x="932168" y="973455"/>
                </a:cubicBezTo>
                <a:cubicBezTo>
                  <a:pt x="792365" y="974402"/>
                  <a:pt x="624183" y="945468"/>
                  <a:pt x="462988" y="884959"/>
                </a:cubicBezTo>
                <a:cubicBezTo>
                  <a:pt x="451487" y="880718"/>
                  <a:pt x="436068" y="876918"/>
                  <a:pt x="424946" y="872317"/>
                </a:cubicBezTo>
                <a:cubicBezTo>
                  <a:pt x="258920" y="803632"/>
                  <a:pt x="102475" y="694021"/>
                  <a:pt x="44528" y="543618"/>
                </a:cubicBezTo>
                <a:cubicBezTo>
                  <a:pt x="0" y="428081"/>
                  <a:pt x="32926" y="312464"/>
                  <a:pt x="44528" y="202277"/>
                </a:cubicBezTo>
                <a:cubicBezTo>
                  <a:pt x="56228" y="134851"/>
                  <a:pt x="68480" y="6692"/>
                  <a:pt x="68480" y="6692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10221928" y="0"/>
            <a:ext cx="1439756" cy="732329"/>
          </a:xfrm>
          <a:custGeom>
            <a:avLst/>
            <a:gdLst/>
            <a:ahLst/>
            <a:cxnLst/>
            <a:rect l="l" t="t" r="r" b="b"/>
            <a:pathLst>
              <a:path w="1439756" h="732329">
                <a:moveTo>
                  <a:pt x="820604" y="0"/>
                </a:moveTo>
                <a:lnTo>
                  <a:pt x="836480" y="22529"/>
                </a:lnTo>
                <a:cubicBezTo>
                  <a:pt x="927272" y="131403"/>
                  <a:pt x="1067486" y="216298"/>
                  <a:pt x="1206537" y="290773"/>
                </a:cubicBezTo>
                <a:cubicBezTo>
                  <a:pt x="1403224" y="395973"/>
                  <a:pt x="1439756" y="615874"/>
                  <a:pt x="1206537" y="682683"/>
                </a:cubicBezTo>
                <a:cubicBezTo>
                  <a:pt x="1032648" y="732329"/>
                  <a:pt x="821365" y="621355"/>
                  <a:pt x="661274" y="568903"/>
                </a:cubicBezTo>
                <a:cubicBezTo>
                  <a:pt x="478700" y="509126"/>
                  <a:pt x="248915" y="518617"/>
                  <a:pt x="103329" y="391911"/>
                </a:cubicBezTo>
                <a:cubicBezTo>
                  <a:pt x="27791" y="326027"/>
                  <a:pt x="7401" y="238257"/>
                  <a:pt x="1884" y="151708"/>
                </a:cubicBezTo>
                <a:cubicBezTo>
                  <a:pt x="0" y="122508"/>
                  <a:pt x="7099" y="35416"/>
                  <a:pt x="10526" y="5037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9658598" y="2794"/>
            <a:ext cx="2506476" cy="1315660"/>
          </a:xfrm>
          <a:custGeom>
            <a:avLst/>
            <a:gdLst/>
            <a:ahLst/>
            <a:cxnLst/>
            <a:rect l="l" t="t" r="r" b="b"/>
            <a:pathLst>
              <a:path w="2506476" h="1315660">
                <a:moveTo>
                  <a:pt x="2506475" y="1264318"/>
                </a:moveTo>
                <a:cubicBezTo>
                  <a:pt x="2389957" y="1304160"/>
                  <a:pt x="2241734" y="1315660"/>
                  <a:pt x="2050058" y="1299389"/>
                </a:cubicBezTo>
                <a:cubicBezTo>
                  <a:pt x="1706110" y="1270084"/>
                  <a:pt x="1509586" y="1248604"/>
                  <a:pt x="1251388" y="1286747"/>
                </a:cubicBezTo>
                <a:cubicBezTo>
                  <a:pt x="1061913" y="1314623"/>
                  <a:pt x="836142" y="1288757"/>
                  <a:pt x="617522" y="1210893"/>
                </a:cubicBezTo>
                <a:cubicBezTo>
                  <a:pt x="601713" y="1205352"/>
                  <a:pt x="581949" y="1204243"/>
                  <a:pt x="566813" y="1198251"/>
                </a:cubicBezTo>
                <a:cubicBezTo>
                  <a:pt x="342262" y="1108695"/>
                  <a:pt x="130944" y="946431"/>
                  <a:pt x="59718" y="743129"/>
                </a:cubicBezTo>
                <a:cubicBezTo>
                  <a:pt x="0" y="572482"/>
                  <a:pt x="50234" y="410992"/>
                  <a:pt x="72395" y="250080"/>
                </a:cubicBezTo>
                <a:cubicBezTo>
                  <a:pt x="82390" y="178283"/>
                  <a:pt x="95273" y="71055"/>
                  <a:pt x="110770" y="0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0" y="4799075"/>
            <a:ext cx="3010240" cy="2033991"/>
          </a:xfrm>
          <a:custGeom>
            <a:avLst/>
            <a:gdLst/>
            <a:ahLst/>
            <a:cxnLst/>
            <a:rect l="l" t="t" r="r" b="b"/>
            <a:pathLst>
              <a:path w="3010240" h="2033991">
                <a:moveTo>
                  <a:pt x="0" y="201017"/>
                </a:moveTo>
                <a:lnTo>
                  <a:pt x="44807" y="178406"/>
                </a:lnTo>
                <a:cubicBezTo>
                  <a:pt x="295590" y="65440"/>
                  <a:pt x="562670" y="0"/>
                  <a:pt x="840806" y="1552"/>
                </a:cubicBezTo>
                <a:cubicBezTo>
                  <a:pt x="910340" y="1939"/>
                  <a:pt x="980564" y="6514"/>
                  <a:pt x="1051399" y="15579"/>
                </a:cubicBezTo>
                <a:cubicBezTo>
                  <a:pt x="1756771" y="106002"/>
                  <a:pt x="2412336" y="580176"/>
                  <a:pt x="2786836" y="1164975"/>
                </a:cubicBezTo>
                <a:cubicBezTo>
                  <a:pt x="3010240" y="1513877"/>
                  <a:pt x="2975482" y="1801618"/>
                  <a:pt x="2809315" y="2033991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0" y="5104729"/>
            <a:ext cx="2690665" cy="1752149"/>
          </a:xfrm>
          <a:custGeom>
            <a:avLst/>
            <a:gdLst/>
            <a:ahLst/>
            <a:cxnLst/>
            <a:rect l="l" t="t" r="r" b="b"/>
            <a:pathLst>
              <a:path w="2690665" h="1752149">
                <a:moveTo>
                  <a:pt x="0" y="231132"/>
                </a:moveTo>
                <a:lnTo>
                  <a:pt x="1593" y="230170"/>
                </a:lnTo>
                <a:cubicBezTo>
                  <a:pt x="252700" y="91446"/>
                  <a:pt x="525563" y="4956"/>
                  <a:pt x="813526" y="826"/>
                </a:cubicBezTo>
                <a:cubicBezTo>
                  <a:pt x="871118" y="0"/>
                  <a:pt x="929315" y="2469"/>
                  <a:pt x="988063" y="8473"/>
                </a:cubicBezTo>
                <a:cubicBezTo>
                  <a:pt x="1578856" y="68682"/>
                  <a:pt x="2122961" y="408333"/>
                  <a:pt x="2457483" y="892622"/>
                </a:cubicBezTo>
                <a:cubicBezTo>
                  <a:pt x="2690665" y="1230054"/>
                  <a:pt x="2625042" y="1515161"/>
                  <a:pt x="2426261" y="1737557"/>
                </a:cubicBezTo>
                <a:lnTo>
                  <a:pt x="2411664" y="1752150"/>
                </a:ln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0" y="5434857"/>
            <a:ext cx="2296930" cy="1418554"/>
          </a:xfrm>
          <a:custGeom>
            <a:avLst/>
            <a:gdLst/>
            <a:ahLst/>
            <a:cxnLst/>
            <a:rect l="l" t="t" r="r" b="b"/>
            <a:pathLst>
              <a:path w="2296930" h="1418554">
                <a:moveTo>
                  <a:pt x="0" y="270770"/>
                </a:moveTo>
                <a:lnTo>
                  <a:pt x="25904" y="253429"/>
                </a:lnTo>
                <a:cubicBezTo>
                  <a:pt x="255160" y="110087"/>
                  <a:pt x="507774" y="13783"/>
                  <a:pt x="776427" y="1970"/>
                </a:cubicBezTo>
                <a:cubicBezTo>
                  <a:pt x="821204" y="0"/>
                  <a:pt x="866424" y="379"/>
                  <a:pt x="912057" y="3277"/>
                </a:cubicBezTo>
                <a:cubicBezTo>
                  <a:pt x="1378129" y="32974"/>
                  <a:pt x="1802729" y="234260"/>
                  <a:pt x="2090128" y="609553"/>
                </a:cubicBezTo>
                <a:cubicBezTo>
                  <a:pt x="2296930" y="879660"/>
                  <a:pt x="2254466" y="1125527"/>
                  <a:pt x="2096028" y="1318293"/>
                </a:cubicBezTo>
                <a:lnTo>
                  <a:pt x="1992535" y="1418554"/>
                </a:ln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0" y="5803628"/>
            <a:ext cx="1900188" cy="1049260"/>
          </a:xfrm>
          <a:custGeom>
            <a:avLst/>
            <a:gdLst/>
            <a:ahLst/>
            <a:cxnLst/>
            <a:rect l="l" t="t" r="r" b="b"/>
            <a:pathLst>
              <a:path w="1900188" h="1049260">
                <a:moveTo>
                  <a:pt x="0" y="331125"/>
                </a:moveTo>
                <a:lnTo>
                  <a:pt x="127324" y="236046"/>
                </a:lnTo>
                <a:cubicBezTo>
                  <a:pt x="331466" y="97555"/>
                  <a:pt x="560727" y="466"/>
                  <a:pt x="810718" y="273"/>
                </a:cubicBezTo>
                <a:cubicBezTo>
                  <a:pt x="1138608" y="0"/>
                  <a:pt x="1456767" y="71812"/>
                  <a:pt x="1684771" y="328672"/>
                </a:cubicBezTo>
                <a:cubicBezTo>
                  <a:pt x="1900188" y="571319"/>
                  <a:pt x="1808766" y="819715"/>
                  <a:pt x="1609681" y="985336"/>
                </a:cubicBezTo>
                <a:lnTo>
                  <a:pt x="1515466" y="1049260"/>
                </a:ln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0" y="6130508"/>
            <a:ext cx="1515596" cy="724083"/>
          </a:xfrm>
          <a:custGeom>
            <a:avLst/>
            <a:gdLst/>
            <a:ahLst/>
            <a:cxnLst/>
            <a:rect l="l" t="t" r="r" b="b"/>
            <a:pathLst>
              <a:path w="1515596" h="724083">
                <a:moveTo>
                  <a:pt x="0" y="382420"/>
                </a:moveTo>
                <a:lnTo>
                  <a:pt x="3" y="382418"/>
                </a:lnTo>
                <a:cubicBezTo>
                  <a:pt x="198173" y="233275"/>
                  <a:pt x="447980" y="64022"/>
                  <a:pt x="722046" y="28758"/>
                </a:cubicBezTo>
                <a:cubicBezTo>
                  <a:pt x="817287" y="16507"/>
                  <a:pt x="910502" y="0"/>
                  <a:pt x="999806" y="4284"/>
                </a:cubicBezTo>
                <a:cubicBezTo>
                  <a:pt x="1089108" y="8568"/>
                  <a:pt x="1174496" y="33640"/>
                  <a:pt x="1254078" y="104542"/>
                </a:cubicBezTo>
                <a:cubicBezTo>
                  <a:pt x="1515596" y="337390"/>
                  <a:pt x="1230711" y="673633"/>
                  <a:pt x="937392" y="672925"/>
                </a:cubicBezTo>
                <a:cubicBezTo>
                  <a:pt x="837843" y="672736"/>
                  <a:pt x="752639" y="663327"/>
                  <a:pt x="658710" y="672925"/>
                </a:cubicBezTo>
                <a:cubicBezTo>
                  <a:pt x="622741" y="676531"/>
                  <a:pt x="586591" y="684193"/>
                  <a:pt x="550589" y="695016"/>
                </a:cubicBezTo>
                <a:lnTo>
                  <a:pt x="474687" y="724083"/>
                </a:ln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9969500" y="6056183"/>
            <a:ext cx="2220323" cy="837148"/>
          </a:xfrm>
          <a:custGeom>
            <a:avLst/>
            <a:gdLst/>
            <a:ahLst/>
            <a:cxnLst/>
            <a:rect l="l" t="t" r="r" b="b"/>
            <a:pathLst>
              <a:path w="2220323" h="837148">
                <a:moveTo>
                  <a:pt x="0" y="807402"/>
                </a:moveTo>
                <a:lnTo>
                  <a:pt x="6982" y="793267"/>
                </a:lnTo>
                <a:cubicBezTo>
                  <a:pt x="269151" y="358565"/>
                  <a:pt x="815558" y="0"/>
                  <a:pt x="1125303" y="338597"/>
                </a:cubicBezTo>
                <a:cubicBezTo>
                  <a:pt x="1271684" y="498712"/>
                  <a:pt x="1429482" y="837148"/>
                  <a:pt x="1743643" y="553295"/>
                </a:cubicBezTo>
                <a:cubicBezTo>
                  <a:pt x="1880638" y="429534"/>
                  <a:pt x="2021197" y="302685"/>
                  <a:pt x="2166971" y="218523"/>
                </a:cubicBezTo>
                <a:lnTo>
                  <a:pt x="2220323" y="192217"/>
                </a:ln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219200" y="1905000"/>
            <a:ext cx="108204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64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走进大模型智能体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200" y="3810000"/>
            <a:ext cx="108204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0" i="0" u="none" strike="noStrike" spc="200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认识架构 · 剖析风险 · 工程防护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7900" y="0"/>
            <a:ext cx="4074645" cy="6848941"/>
          </a:xfrm>
          <a:custGeom>
            <a:avLst/>
            <a:gdLst/>
            <a:ahLst/>
            <a:cxnLst/>
            <a:rect l="l" t="t" r="r" b="b"/>
            <a:pathLst>
              <a:path w="4074645" h="6848941">
                <a:moveTo>
                  <a:pt x="0" y="0"/>
                </a:moveTo>
                <a:lnTo>
                  <a:pt x="30660" y="28644"/>
                </a:lnTo>
                <a:cubicBezTo>
                  <a:pt x="721592" y="671979"/>
                  <a:pt x="1211182" y="744555"/>
                  <a:pt x="1931065" y="948586"/>
                </a:cubicBezTo>
                <a:cubicBezTo>
                  <a:pt x="2492802" y="1107860"/>
                  <a:pt x="3013420" y="1533120"/>
                  <a:pt x="3409201" y="2084643"/>
                </a:cubicBezTo>
                <a:cubicBezTo>
                  <a:pt x="3437454" y="2123973"/>
                  <a:pt x="3464921" y="2163776"/>
                  <a:pt x="3490918" y="2203515"/>
                </a:cubicBezTo>
                <a:cubicBezTo>
                  <a:pt x="3877724" y="2793404"/>
                  <a:pt x="4074645" y="3540787"/>
                  <a:pt x="3869421" y="4131540"/>
                </a:cubicBezTo>
                <a:cubicBezTo>
                  <a:pt x="3869447" y="4131375"/>
                  <a:pt x="3869472" y="4131208"/>
                  <a:pt x="3869498" y="4131045"/>
                </a:cubicBezTo>
                <a:cubicBezTo>
                  <a:pt x="3675885" y="4688625"/>
                  <a:pt x="3322916" y="4945522"/>
                  <a:pt x="2836095" y="5398505"/>
                </a:cubicBezTo>
                <a:cubicBezTo>
                  <a:pt x="2349275" y="5851488"/>
                  <a:pt x="1543566" y="6471482"/>
                  <a:pt x="948576" y="6848941"/>
                </a:cubicBez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5588000" y="0"/>
            <a:ext cx="4056090" cy="6858000"/>
          </a:xfrm>
          <a:custGeom>
            <a:avLst/>
            <a:gdLst/>
            <a:ahLst/>
            <a:cxnLst/>
            <a:rect l="l" t="t" r="r" b="b"/>
            <a:pathLst>
              <a:path w="4056090" h="6858000">
                <a:moveTo>
                  <a:pt x="0" y="0"/>
                </a:moveTo>
                <a:lnTo>
                  <a:pt x="89786" y="69221"/>
                </a:lnTo>
                <a:cubicBezTo>
                  <a:pt x="239961" y="191912"/>
                  <a:pt x="394453" y="330373"/>
                  <a:pt x="557794" y="479798"/>
                </a:cubicBezTo>
                <a:cubicBezTo>
                  <a:pt x="1174262" y="1043595"/>
                  <a:pt x="1591032" y="1176097"/>
                  <a:pt x="2208273" y="1383678"/>
                </a:cubicBezTo>
                <a:cubicBezTo>
                  <a:pt x="2684642" y="1543736"/>
                  <a:pt x="3132694" y="1915719"/>
                  <a:pt x="3474631" y="2398231"/>
                </a:cubicBezTo>
                <a:cubicBezTo>
                  <a:pt x="3499195" y="2432978"/>
                  <a:pt x="3523024" y="2467687"/>
                  <a:pt x="3545396" y="2502344"/>
                </a:cubicBezTo>
                <a:cubicBezTo>
                  <a:pt x="3880109" y="3018194"/>
                  <a:pt x="4056090" y="3666388"/>
                  <a:pt x="3882023" y="4183546"/>
                </a:cubicBezTo>
                <a:lnTo>
                  <a:pt x="3881097" y="4183178"/>
                </a:lnTo>
                <a:cubicBezTo>
                  <a:pt x="3721075" y="4659034"/>
                  <a:pt x="3337296" y="4950308"/>
                  <a:pt x="3014144" y="5267187"/>
                </a:cubicBezTo>
                <a:cubicBezTo>
                  <a:pt x="2436666" y="5833454"/>
                  <a:pt x="1800286" y="6312548"/>
                  <a:pt x="1096032" y="6697536"/>
                </a:cubicBezTo>
                <a:cubicBezTo>
                  <a:pt x="999843" y="6750140"/>
                  <a:pt x="901179" y="6801162"/>
                  <a:pt x="800371" y="6849975"/>
                </a:cubicBezTo>
                <a:lnTo>
                  <a:pt x="782578" y="685800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3543640" y="175061"/>
            <a:ext cx="5462388" cy="6698830"/>
          </a:xfrm>
          <a:custGeom>
            <a:avLst/>
            <a:gdLst/>
            <a:ahLst/>
            <a:cxnLst/>
            <a:rect l="l" t="t" r="r" b="b"/>
            <a:pathLst>
              <a:path w="5462388" h="6698830">
                <a:moveTo>
                  <a:pt x="5321923" y="4017286"/>
                </a:moveTo>
                <a:cubicBezTo>
                  <a:pt x="5197821" y="4403913"/>
                  <a:pt x="4891426" y="4642267"/>
                  <a:pt x="4633715" y="4901460"/>
                </a:cubicBezTo>
                <a:cubicBezTo>
                  <a:pt x="4173291" y="5363907"/>
                  <a:pt x="3659024" y="5750774"/>
                  <a:pt x="3095260" y="6069671"/>
                </a:cubicBezTo>
                <a:cubicBezTo>
                  <a:pt x="2431527" y="6445337"/>
                  <a:pt x="1602916" y="6698829"/>
                  <a:pt x="808833" y="6571080"/>
                </a:cubicBezTo>
                <a:cubicBezTo>
                  <a:pt x="418312" y="6508518"/>
                  <a:pt x="164265" y="6180872"/>
                  <a:pt x="82461" y="5759638"/>
                </a:cubicBezTo>
                <a:cubicBezTo>
                  <a:pt x="0" y="5342747"/>
                  <a:pt x="22404" y="4873319"/>
                  <a:pt x="227718" y="4565471"/>
                </a:cubicBezTo>
                <a:cubicBezTo>
                  <a:pt x="379500" y="4335613"/>
                  <a:pt x="650673" y="4251082"/>
                  <a:pt x="850775" y="4081067"/>
                </a:cubicBezTo>
                <a:cubicBezTo>
                  <a:pt x="921515" y="4020882"/>
                  <a:pt x="983065" y="3950143"/>
                  <a:pt x="1028390" y="3859679"/>
                </a:cubicBezTo>
                <a:cubicBezTo>
                  <a:pt x="1148235" y="3620489"/>
                  <a:pt x="1092757" y="3326840"/>
                  <a:pt x="977311" y="3066451"/>
                </a:cubicBezTo>
                <a:cubicBezTo>
                  <a:pt x="725520" y="2498239"/>
                  <a:pt x="243647" y="1988653"/>
                  <a:pt x="150671" y="1323578"/>
                </a:cubicBezTo>
                <a:cubicBezTo>
                  <a:pt x="52980" y="627733"/>
                  <a:pt x="561288" y="191436"/>
                  <a:pt x="1029456" y="100385"/>
                </a:cubicBezTo>
                <a:cubicBezTo>
                  <a:pt x="1544395" y="0"/>
                  <a:pt x="1987174" y="256714"/>
                  <a:pt x="2563666" y="772108"/>
                </a:cubicBezTo>
                <a:cubicBezTo>
                  <a:pt x="3095741" y="1247886"/>
                  <a:pt x="3432937" y="1436381"/>
                  <a:pt x="3938814" y="1643937"/>
                </a:cubicBezTo>
                <a:cubicBezTo>
                  <a:pt x="4321754" y="1801201"/>
                  <a:pt x="4691552" y="2115423"/>
                  <a:pt x="4974347" y="2521226"/>
                </a:cubicBezTo>
                <a:cubicBezTo>
                  <a:pt x="4994715" y="2550031"/>
                  <a:pt x="5014031" y="2579431"/>
                  <a:pt x="5032892" y="2608655"/>
                </a:cubicBezTo>
                <a:cubicBezTo>
                  <a:pt x="5310364" y="3041761"/>
                  <a:pt x="5462388" y="3581144"/>
                  <a:pt x="5322189" y="4017135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4226926" y="1066583"/>
            <a:ext cx="4153954" cy="5160141"/>
          </a:xfrm>
          <a:custGeom>
            <a:avLst/>
            <a:gdLst/>
            <a:ahLst/>
            <a:cxnLst/>
            <a:rect l="l" t="t" r="r" b="b"/>
            <a:pathLst>
              <a:path w="4153954" h="5160141">
                <a:moveTo>
                  <a:pt x="4052388" y="3149781"/>
                </a:moveTo>
                <a:cubicBezTo>
                  <a:pt x="3967136" y="3433055"/>
                  <a:pt x="3749225" y="3610590"/>
                  <a:pt x="3565435" y="3802360"/>
                </a:cubicBezTo>
                <a:cubicBezTo>
                  <a:pt x="3236859" y="4144217"/>
                  <a:pt x="2863666" y="4426411"/>
                  <a:pt x="2458873" y="4665946"/>
                </a:cubicBezTo>
                <a:cubicBezTo>
                  <a:pt x="1928800" y="4979343"/>
                  <a:pt x="1238981" y="5160141"/>
                  <a:pt x="599483" y="5016529"/>
                </a:cubicBezTo>
                <a:cubicBezTo>
                  <a:pt x="315459" y="4952726"/>
                  <a:pt x="127943" y="4716834"/>
                  <a:pt x="63883" y="4407299"/>
                </a:cubicBezTo>
                <a:cubicBezTo>
                  <a:pt x="0" y="4098078"/>
                  <a:pt x="12942" y="3751495"/>
                  <a:pt x="163129" y="3521485"/>
                </a:cubicBezTo>
                <a:cubicBezTo>
                  <a:pt x="275406" y="3348067"/>
                  <a:pt x="476028" y="3280604"/>
                  <a:pt x="625529" y="3152309"/>
                </a:cubicBezTo>
                <a:cubicBezTo>
                  <a:pt x="678411" y="3107109"/>
                  <a:pt x="724892" y="3054163"/>
                  <a:pt x="759467" y="2987247"/>
                </a:cubicBezTo>
                <a:cubicBezTo>
                  <a:pt x="851578" y="2810336"/>
                  <a:pt x="819383" y="2594791"/>
                  <a:pt x="744525" y="2400977"/>
                </a:cubicBezTo>
                <a:cubicBezTo>
                  <a:pt x="580976" y="1976797"/>
                  <a:pt x="249788" y="1588824"/>
                  <a:pt x="183625" y="1091327"/>
                </a:cubicBezTo>
                <a:cubicBezTo>
                  <a:pt x="114318" y="571961"/>
                  <a:pt x="471160" y="247717"/>
                  <a:pt x="780648" y="132594"/>
                </a:cubicBezTo>
                <a:cubicBezTo>
                  <a:pt x="1138150" y="0"/>
                  <a:pt x="1489543" y="93604"/>
                  <a:pt x="1963402" y="504727"/>
                </a:cubicBezTo>
                <a:cubicBezTo>
                  <a:pt x="2388449" y="873738"/>
                  <a:pt x="2633738" y="1101233"/>
                  <a:pt x="3010621" y="1298629"/>
                </a:cubicBezTo>
                <a:cubicBezTo>
                  <a:pt x="3287052" y="1443613"/>
                  <a:pt x="3564840" y="1688748"/>
                  <a:pt x="3778099" y="2001727"/>
                </a:cubicBezTo>
                <a:cubicBezTo>
                  <a:pt x="3793613" y="2024244"/>
                  <a:pt x="3808215" y="2046877"/>
                  <a:pt x="3822398" y="2069342"/>
                </a:cubicBezTo>
                <a:cubicBezTo>
                  <a:pt x="4032248" y="2403493"/>
                  <a:pt x="4153954" y="2812977"/>
                  <a:pt x="4052502" y="3150531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4781207" y="1644092"/>
            <a:ext cx="3048290" cy="4054479"/>
          </a:xfrm>
          <a:custGeom>
            <a:avLst/>
            <a:gdLst/>
            <a:ahLst/>
            <a:cxnLst/>
            <a:rect l="l" t="t" r="r" b="b"/>
            <a:pathLst>
              <a:path w="3048290" h="4054479">
                <a:moveTo>
                  <a:pt x="2980301" y="2607276"/>
                </a:moveTo>
                <a:cubicBezTo>
                  <a:pt x="2927953" y="2802983"/>
                  <a:pt x="2786193" y="2928891"/>
                  <a:pt x="2665046" y="3063649"/>
                </a:cubicBezTo>
                <a:cubicBezTo>
                  <a:pt x="2448833" y="3303147"/>
                  <a:pt x="2196231" y="3498346"/>
                  <a:pt x="1925592" y="3668996"/>
                </a:cubicBezTo>
                <a:cubicBezTo>
                  <a:pt x="1508162" y="3932343"/>
                  <a:pt x="935335" y="4054479"/>
                  <a:pt x="423159" y="3891233"/>
                </a:cubicBezTo>
                <a:cubicBezTo>
                  <a:pt x="230243" y="3829638"/>
                  <a:pt x="97991" y="3668169"/>
                  <a:pt x="49307" y="3453122"/>
                </a:cubicBezTo>
                <a:cubicBezTo>
                  <a:pt x="0" y="3235367"/>
                  <a:pt x="6224" y="2993279"/>
                  <a:pt x="109069" y="2828751"/>
                </a:cubicBezTo>
                <a:cubicBezTo>
                  <a:pt x="187859" y="2703060"/>
                  <a:pt x="328501" y="2649605"/>
                  <a:pt x="435187" y="2556603"/>
                </a:cubicBezTo>
                <a:cubicBezTo>
                  <a:pt x="473226" y="2523532"/>
                  <a:pt x="506574" y="2485483"/>
                  <a:pt x="532228" y="2438809"/>
                </a:cubicBezTo>
                <a:cubicBezTo>
                  <a:pt x="600788" y="2314401"/>
                  <a:pt x="588899" y="2164566"/>
                  <a:pt x="548732" y="2027572"/>
                </a:cubicBezTo>
                <a:cubicBezTo>
                  <a:pt x="460322" y="1725210"/>
                  <a:pt x="257609" y="1440374"/>
                  <a:pt x="214488" y="1084622"/>
                </a:cubicBezTo>
                <a:cubicBezTo>
                  <a:pt x="224480" y="870925"/>
                  <a:pt x="131717" y="696068"/>
                  <a:pt x="570786" y="348035"/>
                </a:cubicBezTo>
                <a:cubicBezTo>
                  <a:pt x="1009855" y="0"/>
                  <a:pt x="1314313" y="348689"/>
                  <a:pt x="1457170" y="462181"/>
                </a:cubicBezTo>
                <a:cubicBezTo>
                  <a:pt x="1600027" y="575675"/>
                  <a:pt x="1959206" y="1001514"/>
                  <a:pt x="2227449" y="1194413"/>
                </a:cubicBezTo>
                <a:cubicBezTo>
                  <a:pt x="2412531" y="1327357"/>
                  <a:pt x="2613381" y="1516485"/>
                  <a:pt x="2767601" y="1751322"/>
                </a:cubicBezTo>
                <a:cubicBezTo>
                  <a:pt x="2778678" y="1767984"/>
                  <a:pt x="2789464" y="1785192"/>
                  <a:pt x="2799694" y="1801956"/>
                </a:cubicBezTo>
                <a:cubicBezTo>
                  <a:pt x="2952416" y="2052248"/>
                  <a:pt x="3048290" y="2352222"/>
                  <a:pt x="2980136" y="2606984"/>
                </a:cubicBezTo>
                <a:lnTo>
                  <a:pt x="2980301" y="2607276"/>
                </a:ln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5438459" y="2523757"/>
            <a:ext cx="1745922" cy="2563228"/>
          </a:xfrm>
          <a:custGeom>
            <a:avLst/>
            <a:gdLst/>
            <a:ahLst/>
            <a:cxnLst/>
            <a:rect l="l" t="t" r="r" b="b"/>
            <a:pathLst>
              <a:path w="1745922" h="2563228">
                <a:moveTo>
                  <a:pt x="1140837" y="824230"/>
                </a:moveTo>
                <a:cubicBezTo>
                  <a:pt x="1323916" y="1078623"/>
                  <a:pt x="1639654" y="1277215"/>
                  <a:pt x="1709722" y="1584718"/>
                </a:cubicBezTo>
                <a:cubicBezTo>
                  <a:pt x="1745922" y="1744459"/>
                  <a:pt x="1697983" y="1893546"/>
                  <a:pt x="1622098" y="2013434"/>
                </a:cubicBezTo>
                <a:cubicBezTo>
                  <a:pt x="1417534" y="2337181"/>
                  <a:pt x="925663" y="2563228"/>
                  <a:pt x="483923" y="2332723"/>
                </a:cubicBezTo>
                <a:cubicBezTo>
                  <a:pt x="336689" y="2256053"/>
                  <a:pt x="206871" y="2088032"/>
                  <a:pt x="231752" y="1945627"/>
                </a:cubicBezTo>
                <a:cubicBezTo>
                  <a:pt x="243324" y="1879435"/>
                  <a:pt x="284948" y="1829284"/>
                  <a:pt x="317309" y="1774685"/>
                </a:cubicBezTo>
                <a:cubicBezTo>
                  <a:pt x="508413" y="1452334"/>
                  <a:pt x="336637" y="1043305"/>
                  <a:pt x="158046" y="671995"/>
                </a:cubicBezTo>
                <a:cubicBezTo>
                  <a:pt x="0" y="343916"/>
                  <a:pt x="168186" y="0"/>
                  <a:pt x="539618" y="135407"/>
                </a:cubicBezTo>
                <a:cubicBezTo>
                  <a:pt x="816379" y="236575"/>
                  <a:pt x="979889" y="601561"/>
                  <a:pt x="1140392" y="824674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2578636" y="4064"/>
            <a:ext cx="1635411" cy="6839748"/>
          </a:xfrm>
          <a:custGeom>
            <a:avLst/>
            <a:gdLst/>
            <a:ahLst/>
            <a:cxnLst/>
            <a:rect l="l" t="t" r="r" b="b"/>
            <a:pathLst>
              <a:path w="1635411" h="6839748">
                <a:moveTo>
                  <a:pt x="149509" y="6839748"/>
                </a:moveTo>
                <a:lnTo>
                  <a:pt x="109120" y="6672083"/>
                </a:lnTo>
                <a:cubicBezTo>
                  <a:pt x="0" y="6077749"/>
                  <a:pt x="38077" y="5404827"/>
                  <a:pt x="335095" y="4969763"/>
                </a:cubicBezTo>
                <a:cubicBezTo>
                  <a:pt x="552992" y="4649418"/>
                  <a:pt x="940477" y="4539044"/>
                  <a:pt x="1223312" y="4301489"/>
                </a:cubicBezTo>
                <a:cubicBezTo>
                  <a:pt x="1322944" y="4217567"/>
                  <a:pt x="1409578" y="4117821"/>
                  <a:pt x="1471648" y="3988269"/>
                </a:cubicBezTo>
                <a:cubicBezTo>
                  <a:pt x="1635411" y="3646194"/>
                  <a:pt x="1537052" y="3223310"/>
                  <a:pt x="1348370" y="2853422"/>
                </a:cubicBezTo>
                <a:cubicBezTo>
                  <a:pt x="940308" y="2048318"/>
                  <a:pt x="194746" y="1344510"/>
                  <a:pt x="55515" y="405945"/>
                </a:cubicBezTo>
                <a:cubicBezTo>
                  <a:pt x="37220" y="282801"/>
                  <a:pt x="33317" y="111465"/>
                  <a:pt x="41949" y="0"/>
                </a:cubicBez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3078295" y="0"/>
            <a:ext cx="1402439" cy="6858000"/>
          </a:xfrm>
          <a:custGeom>
            <a:avLst/>
            <a:gdLst/>
            <a:ahLst/>
            <a:cxnLst/>
            <a:rect l="l" t="t" r="r" b="b"/>
            <a:pathLst>
              <a:path w="1402439" h="6858000">
                <a:moveTo>
                  <a:pt x="285176" y="6858000"/>
                </a:moveTo>
                <a:lnTo>
                  <a:pt x="208624" y="6713993"/>
                </a:lnTo>
                <a:cubicBezTo>
                  <a:pt x="158289" y="6601822"/>
                  <a:pt x="120693" y="6479097"/>
                  <a:pt x="96501" y="6349709"/>
                </a:cubicBezTo>
                <a:cubicBezTo>
                  <a:pt x="0" y="5840070"/>
                  <a:pt x="30674" y="5264722"/>
                  <a:pt x="283568" y="4890555"/>
                </a:cubicBezTo>
                <a:cubicBezTo>
                  <a:pt x="470016" y="4613466"/>
                  <a:pt x="801702" y="4515079"/>
                  <a:pt x="1044989" y="4309746"/>
                </a:cubicBezTo>
                <a:cubicBezTo>
                  <a:pt x="1130913" y="4237318"/>
                  <a:pt x="1205659" y="4151606"/>
                  <a:pt x="1259540" y="4040684"/>
                </a:cubicBezTo>
                <a:cubicBezTo>
                  <a:pt x="1402439" y="3747872"/>
                  <a:pt x="1324931" y="3387446"/>
                  <a:pt x="1172132" y="3069540"/>
                </a:cubicBezTo>
                <a:cubicBezTo>
                  <a:pt x="839511" y="2377961"/>
                  <a:pt x="221963" y="1766341"/>
                  <a:pt x="105016" y="958484"/>
                </a:cubicBezTo>
                <a:cubicBezTo>
                  <a:pt x="51200" y="587931"/>
                  <a:pt x="144443" y="277105"/>
                  <a:pt x="317563" y="39985"/>
                </a:cubicBezTo>
                <a:lnTo>
                  <a:pt x="350059" y="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76300" y="495300"/>
            <a:ext cx="104394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indent="0" algn="ctr">
              <a:lnSpc>
                <a:spcPct val="133000"/>
              </a:lnSpc>
              <a:spcBef>
                <a:spcPts val="1000"/>
              </a:spcBef>
              <a:defRPr/>
            </a:pPr>
            <a:r>
              <a:rPr lang="en-US" sz="59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76300" y="3479800"/>
            <a:ext cx="10439400" cy="2654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6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大模型智能体</a:t>
            </a:r>
            <a:r>
              <a:rPr lang="zh-CN" altLang="en-US" sz="46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是什么？</a:t>
            </a:r>
            <a:endParaRPr lang="zh-CN" altLang="en-US" sz="46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69500" y="6038554"/>
            <a:ext cx="2219648" cy="842877"/>
          </a:xfrm>
          <a:custGeom>
            <a:avLst/>
            <a:gdLst/>
            <a:ahLst/>
            <a:cxnLst/>
            <a:rect l="l" t="t" r="r" b="b"/>
            <a:pathLst>
              <a:path w="2219648" h="842877">
                <a:moveTo>
                  <a:pt x="0" y="820105"/>
                </a:moveTo>
                <a:lnTo>
                  <a:pt x="9058" y="801602"/>
                </a:lnTo>
                <a:cubicBezTo>
                  <a:pt x="270206" y="364122"/>
                  <a:pt x="814247" y="0"/>
                  <a:pt x="1123206" y="340058"/>
                </a:cubicBezTo>
                <a:cubicBezTo>
                  <a:pt x="1269208" y="500864"/>
                  <a:pt x="1435856" y="842878"/>
                  <a:pt x="1749088" y="557928"/>
                </a:cubicBezTo>
                <a:cubicBezTo>
                  <a:pt x="1885671" y="433689"/>
                  <a:pt x="2024273" y="306830"/>
                  <a:pt x="2168089" y="222833"/>
                </a:cubicBezTo>
                <a:lnTo>
                  <a:pt x="2219648" y="197146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148257" cy="620298"/>
          </a:xfrm>
          <a:custGeom>
            <a:avLst/>
            <a:gdLst/>
            <a:ahLst/>
            <a:cxnLst/>
            <a:rect l="l" t="t" r="r" b="b"/>
            <a:pathLst>
              <a:path w="1148257" h="620298">
                <a:moveTo>
                  <a:pt x="0" y="168928"/>
                </a:moveTo>
                <a:lnTo>
                  <a:pt x="92048" y="181900"/>
                </a:lnTo>
                <a:cubicBezTo>
                  <a:pt x="129254" y="190750"/>
                  <a:pt x="167165" y="203411"/>
                  <a:pt x="205692" y="220189"/>
                </a:cubicBezTo>
                <a:cubicBezTo>
                  <a:pt x="460646" y="331299"/>
                  <a:pt x="839075" y="620298"/>
                  <a:pt x="1038515" y="213984"/>
                </a:cubicBezTo>
                <a:lnTo>
                  <a:pt x="1148257" y="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Agent</a:t>
            </a:r>
            <a:r>
              <a:rPr lang="zh-CN" altLang="en-US" sz="28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能帮科研工作者做什么？</a:t>
            </a:r>
            <a:endParaRPr lang="zh-CN" altLang="en-US" sz="2800" b="1" i="0" u="none" strike="noStrike">
              <a:solidFill>
                <a:srgbClr val="1F2329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508000" y="1016000"/>
            <a:ext cx="5334000" cy="2667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2"/>
            </p:custDataLst>
          </p:nvPr>
        </p:nvSpPr>
        <p:spPr>
          <a:xfrm>
            <a:off x="562610" y="3756660"/>
            <a:ext cx="5334000" cy="265684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0"/>
          <p:cNvSpPr/>
          <p:nvPr>
            <p:custDataLst>
              <p:tags r:id="rId3"/>
            </p:custDataLst>
          </p:nvPr>
        </p:nvSpPr>
        <p:spPr>
          <a:xfrm>
            <a:off x="6276975" y="1016000"/>
            <a:ext cx="5241290" cy="5374005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rcRect b="22012"/>
          <a:stretch>
            <a:fillRect/>
          </a:stretch>
        </p:blipFill>
        <p:spPr>
          <a:xfrm>
            <a:off x="1202690" y="1089025"/>
            <a:ext cx="3788410" cy="222821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159635" y="3345180"/>
            <a:ext cx="2322830" cy="290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08000"/>
              </a:lnSpc>
            </a:pPr>
            <a:r>
              <a:rPr lang="en-US" altLang="zh-CN" sz="1200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Claude Code</a:t>
            </a:r>
            <a:r>
              <a:rPr lang="zh-CN" altLang="en-US" sz="1200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生成前端网页</a:t>
            </a:r>
            <a:endParaRPr lang="zh-CN" altLang="en-US" sz="1200">
              <a:solidFill>
                <a:srgbClr val="646A7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930" y="1016000"/>
            <a:ext cx="4474210" cy="433133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9605645" y="5692775"/>
            <a:ext cx="1626870" cy="490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08000"/>
              </a:lnSpc>
            </a:pPr>
            <a:r>
              <a:rPr lang="en-US" altLang="zh-CN" sz="1200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Codex</a:t>
            </a:r>
            <a:endParaRPr lang="en-US" altLang="zh-CN" sz="1200">
              <a:solidFill>
                <a:srgbClr val="646A7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zh-CN" altLang="en-US" sz="1200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生成论文及实验图</a:t>
            </a:r>
            <a:endParaRPr lang="zh-CN" altLang="en-US" sz="1200">
              <a:solidFill>
                <a:srgbClr val="646A7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445" y="4141470"/>
            <a:ext cx="3124200" cy="205359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8080" y="3756660"/>
            <a:ext cx="4084955" cy="230124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2352040" y="6038850"/>
            <a:ext cx="2322830" cy="290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08000"/>
              </a:lnSpc>
            </a:pPr>
            <a:r>
              <a:rPr lang="en-US" altLang="zh-CN" sz="1200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             </a:t>
            </a:r>
            <a:r>
              <a:rPr lang="zh-CN" altLang="en-US" sz="1200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豆包生成</a:t>
            </a:r>
            <a:r>
              <a:rPr lang="en-US" altLang="zh-CN" sz="1200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PPT</a:t>
            </a:r>
            <a:endParaRPr lang="en-US" altLang="zh-CN" sz="1200">
              <a:solidFill>
                <a:srgbClr val="646A7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69500" y="6038554"/>
            <a:ext cx="2219648" cy="842877"/>
          </a:xfrm>
          <a:custGeom>
            <a:avLst/>
            <a:gdLst/>
            <a:ahLst/>
            <a:cxnLst/>
            <a:rect l="l" t="t" r="r" b="b"/>
            <a:pathLst>
              <a:path w="2219648" h="842877">
                <a:moveTo>
                  <a:pt x="0" y="820105"/>
                </a:moveTo>
                <a:lnTo>
                  <a:pt x="9058" y="801602"/>
                </a:lnTo>
                <a:cubicBezTo>
                  <a:pt x="270206" y="364122"/>
                  <a:pt x="814247" y="0"/>
                  <a:pt x="1123206" y="340058"/>
                </a:cubicBezTo>
                <a:cubicBezTo>
                  <a:pt x="1269208" y="500864"/>
                  <a:pt x="1435856" y="842878"/>
                  <a:pt x="1749088" y="557928"/>
                </a:cubicBezTo>
                <a:cubicBezTo>
                  <a:pt x="1885671" y="433689"/>
                  <a:pt x="2024273" y="306830"/>
                  <a:pt x="2168089" y="222833"/>
                </a:cubicBezTo>
                <a:lnTo>
                  <a:pt x="2219648" y="197146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148257" cy="620298"/>
          </a:xfrm>
          <a:custGeom>
            <a:avLst/>
            <a:gdLst/>
            <a:ahLst/>
            <a:cxnLst/>
            <a:rect l="l" t="t" r="r" b="b"/>
            <a:pathLst>
              <a:path w="1148257" h="620298">
                <a:moveTo>
                  <a:pt x="0" y="168928"/>
                </a:moveTo>
                <a:lnTo>
                  <a:pt x="92048" y="181900"/>
                </a:lnTo>
                <a:cubicBezTo>
                  <a:pt x="129254" y="190750"/>
                  <a:pt x="167165" y="203411"/>
                  <a:pt x="205692" y="220189"/>
                </a:cubicBezTo>
                <a:cubicBezTo>
                  <a:pt x="460646" y="331299"/>
                  <a:pt x="839075" y="620298"/>
                  <a:pt x="1038515" y="213984"/>
                </a:cubicBezTo>
                <a:lnTo>
                  <a:pt x="1148257" y="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从“生成内容”到“执行任务”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508000" y="2755265"/>
            <a:ext cx="5334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62000" y="3174365"/>
            <a:ext cx="812800" cy="8128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800" y="3352165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778000" y="3009265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6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智能体是什么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zh-CN" altLang="en-US" sz="1200" b="0" i="0" u="none" strike="noStrike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智能体就是一个能自己看情况、做判断、然后帮你办事的系统。</a:t>
            </a:r>
            <a:endParaRPr lang="en-US" altLang="zh-CN" sz="1200" b="0" i="0" u="none" strike="noStrike">
              <a:solidFill>
                <a:srgbClr val="646A7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508000" y="4655820"/>
            <a:ext cx="5334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744855" y="5073650"/>
            <a:ext cx="812800" cy="812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2655" y="525145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1760855" y="490855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6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智能体的输入和输出是什么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zh-CN" altLang="en-US" sz="1200" b="0" i="0" u="none" strike="noStrike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输入是：你的问题、对话历史、外部检索内容、工具</a:t>
            </a:r>
            <a:r>
              <a:rPr lang="en-US" altLang="zh-CN" sz="1200" b="0" i="0" u="none" strike="noStrike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/API</a:t>
            </a:r>
            <a:r>
              <a:rPr lang="zh-CN" altLang="en-US" sz="1200" b="0" i="0" u="none" strike="noStrike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返回的信息。输出是：回答文本、调用工具的指令、最终完成的任务结果。</a:t>
            </a:r>
            <a:endParaRPr lang="en-US" altLang="zh-CN" sz="1200" b="0" i="0" u="none" strike="noStrike">
              <a:solidFill>
                <a:srgbClr val="646A7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508000" y="1389380"/>
            <a:ext cx="11176000" cy="1016000"/>
            <a:chOff x="800" y="8000"/>
            <a:chExt cx="17600" cy="1600"/>
          </a:xfrm>
        </p:grpSpPr>
        <p:sp>
          <p:nvSpPr>
            <p:cNvPr id="22" name="AutoShape 22"/>
            <p:cNvSpPr/>
            <p:nvPr/>
          </p:nvSpPr>
          <p:spPr>
            <a:xfrm>
              <a:off x="800" y="8000"/>
              <a:ext cx="17600" cy="1600"/>
            </a:xfrm>
            <a:prstGeom prst="roundRect">
              <a:avLst>
                <a:gd name="adj" fmla="val 12500"/>
              </a:avLst>
            </a:prstGeom>
            <a:solidFill>
              <a:srgbClr val="1E3A8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3" name="AutoShape 23"/>
            <p:cNvSpPr/>
            <p:nvPr/>
          </p:nvSpPr>
          <p:spPr>
            <a:xfrm>
              <a:off x="1000" y="8200"/>
              <a:ext cx="172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127000" tIns="50800" rIns="127000" bIns="50800" rtlCol="0" anchor="ctr" anchorCtr="0"/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500000000000000" charset="-122"/>
                  <a:ea typeface="Noto Sans SC" panose="020B0500000000000000" charset="-122"/>
                  <a:cs typeface="Noto Sans SC" panose="020B0500000000000000" charset="-122"/>
                  <a:sym typeface="Noto Sans SC" panose="020B0500000000000000" charset="-122"/>
                </a:rPr>
                <a:t>💡 大模型让机器开始“会说”，智能体让机器开始“会做”。</a:t>
              </a:r>
              <a:endParaRPr lang="en-US" sz="1100"/>
            </a:p>
          </p:txBody>
        </p:sp>
      </p:grpSp>
      <p:pic>
        <p:nvPicPr>
          <p:cNvPr id="24" name="图片 23"/>
          <p:cNvPicPr/>
          <p:nvPr/>
        </p:nvPicPr>
        <p:blipFill>
          <a:blip r:embed="rId13"/>
          <a:srcRect l="3748" t="339" r="6890"/>
          <a:stretch>
            <a:fillRect/>
          </a:stretch>
        </p:blipFill>
        <p:spPr>
          <a:xfrm>
            <a:off x="6078855" y="2749550"/>
            <a:ext cx="5328920" cy="3549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69500" y="6038554"/>
            <a:ext cx="2219648" cy="842877"/>
          </a:xfrm>
          <a:custGeom>
            <a:avLst/>
            <a:gdLst/>
            <a:ahLst/>
            <a:cxnLst/>
            <a:rect l="l" t="t" r="r" b="b"/>
            <a:pathLst>
              <a:path w="2219648" h="842877">
                <a:moveTo>
                  <a:pt x="0" y="820105"/>
                </a:moveTo>
                <a:lnTo>
                  <a:pt x="9058" y="801602"/>
                </a:lnTo>
                <a:cubicBezTo>
                  <a:pt x="270206" y="364122"/>
                  <a:pt x="814247" y="0"/>
                  <a:pt x="1123206" y="340058"/>
                </a:cubicBezTo>
                <a:cubicBezTo>
                  <a:pt x="1269208" y="500864"/>
                  <a:pt x="1435856" y="842878"/>
                  <a:pt x="1749088" y="557928"/>
                </a:cubicBezTo>
                <a:cubicBezTo>
                  <a:pt x="1885671" y="433689"/>
                  <a:pt x="2024273" y="306830"/>
                  <a:pt x="2168089" y="222833"/>
                </a:cubicBezTo>
                <a:lnTo>
                  <a:pt x="2219648" y="197146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148257" cy="620298"/>
          </a:xfrm>
          <a:custGeom>
            <a:avLst/>
            <a:gdLst/>
            <a:ahLst/>
            <a:cxnLst/>
            <a:rect l="l" t="t" r="r" b="b"/>
            <a:pathLst>
              <a:path w="1148257" h="620298">
                <a:moveTo>
                  <a:pt x="0" y="168928"/>
                </a:moveTo>
                <a:lnTo>
                  <a:pt x="92048" y="181900"/>
                </a:lnTo>
                <a:cubicBezTo>
                  <a:pt x="129254" y="190750"/>
                  <a:pt x="167165" y="203411"/>
                  <a:pt x="205692" y="220189"/>
                </a:cubicBezTo>
                <a:cubicBezTo>
                  <a:pt x="460646" y="331299"/>
                  <a:pt x="839075" y="620298"/>
                  <a:pt x="1038515" y="213984"/>
                </a:cubicBezTo>
                <a:lnTo>
                  <a:pt x="1148257" y="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98500" y="355600"/>
            <a:ext cx="10795000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大模型 vs 网页版 vs 智能体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98500" y="1270000"/>
            <a:ext cx="3429000" cy="5080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98500" y="1270000"/>
            <a:ext cx="3429000" cy="1016000"/>
          </a:xfrm>
          <a:prstGeom prst="roundRect">
            <a:avLst>
              <a:gd name="adj" fmla="val 15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25500" y="1397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大模型本身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25500" y="18415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FF6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本质：底层通用模型能力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2413000"/>
            <a:ext cx="3048000" cy="635000"/>
          </a:xfrm>
          <a:prstGeom prst="roundRect">
            <a:avLst>
              <a:gd name="adj" fmla="val 16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2476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交互方式：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仅支持 API 或底层调用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" y="3175000"/>
            <a:ext cx="3048000" cy="635000"/>
          </a:xfrm>
          <a:prstGeom prst="roundRect">
            <a:avLst>
              <a:gd name="adj" fmla="val 16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3238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工具调用：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具备潜力，但不直接体现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" y="3937000"/>
            <a:ext cx="3048000" cy="635000"/>
          </a:xfrm>
          <a:prstGeom prst="roundRect">
            <a:avLst>
              <a:gd name="adj" fmla="val 16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4000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多步任务：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有理论潜力，需上层封装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9000" y="4699000"/>
            <a:ext cx="3048000" cy="635000"/>
          </a:xfrm>
          <a:prstGeom prst="roundRect">
            <a:avLst>
              <a:gd name="adj" fmla="val 16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4762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核心类比：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汽车的“强劲发动机”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381500" y="1270000"/>
            <a:ext cx="3429000" cy="5080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381500" y="1270000"/>
            <a:ext cx="3429000" cy="1016000"/>
          </a:xfrm>
          <a:prstGeom prst="roundRect">
            <a:avLst>
              <a:gd name="adj" fmla="val 1500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508500" y="1397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网页版大模型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08500" y="18415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7ED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本质：C端对话式交互产品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72000" y="2413000"/>
            <a:ext cx="3048000" cy="635000"/>
          </a:xfrm>
          <a:prstGeom prst="roundRect">
            <a:avLst>
              <a:gd name="adj" fmla="val 1600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699000" y="2476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交互方式：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以自然语言对话为核心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572000" y="3175000"/>
            <a:ext cx="3048000" cy="635000"/>
          </a:xfrm>
          <a:prstGeom prst="roundRect">
            <a:avLst>
              <a:gd name="adj" fmla="val 1600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4699000" y="3238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工具调用：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仅部分插件支持，能力弱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572000" y="3937000"/>
            <a:ext cx="3048000" cy="635000"/>
          </a:xfrm>
          <a:prstGeom prst="roundRect">
            <a:avLst>
              <a:gd name="adj" fmla="val 1600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699000" y="4000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多步任务：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依赖人工引导，能力有限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572000" y="4699000"/>
            <a:ext cx="3048000" cy="635000"/>
          </a:xfrm>
          <a:prstGeom prst="roundRect">
            <a:avLst>
              <a:gd name="adj" fmla="val 1600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4699000" y="4762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核心类比：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车内基础“语音助手”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064500" y="1270000"/>
            <a:ext cx="3429000" cy="5080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064500" y="1270000"/>
            <a:ext cx="3429000" cy="1016000"/>
          </a:xfrm>
          <a:prstGeom prst="roundRect">
            <a:avLst>
              <a:gd name="adj" fmla="val 15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191500" y="1397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 (Agent)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191500" y="18415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CFDF5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本质：自主任务执行系统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255000" y="2413000"/>
            <a:ext cx="3048000" cy="635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8382000" y="2476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交互方式：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对话 + 自动执行具体动作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255000" y="3175000"/>
            <a:ext cx="3048000" cy="635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8382000" y="3238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工具调用：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强依赖工具，深度集成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255000" y="3937000"/>
            <a:ext cx="3048000" cy="635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382000" y="4000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多步任务：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核心能力，自主规划拆解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255000" y="4699000"/>
            <a:ext cx="3048000" cy="635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8382000" y="4762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核心类比：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自动驾驶 + 全栈执行系统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7900" y="0"/>
            <a:ext cx="4074645" cy="6848941"/>
          </a:xfrm>
          <a:custGeom>
            <a:avLst/>
            <a:gdLst/>
            <a:ahLst/>
            <a:cxnLst/>
            <a:rect l="l" t="t" r="r" b="b"/>
            <a:pathLst>
              <a:path w="4074645" h="6848941">
                <a:moveTo>
                  <a:pt x="0" y="0"/>
                </a:moveTo>
                <a:lnTo>
                  <a:pt x="30660" y="28644"/>
                </a:lnTo>
                <a:cubicBezTo>
                  <a:pt x="721592" y="671979"/>
                  <a:pt x="1211182" y="744555"/>
                  <a:pt x="1931065" y="948586"/>
                </a:cubicBezTo>
                <a:cubicBezTo>
                  <a:pt x="2492802" y="1107860"/>
                  <a:pt x="3013420" y="1533120"/>
                  <a:pt x="3409201" y="2084643"/>
                </a:cubicBezTo>
                <a:cubicBezTo>
                  <a:pt x="3437454" y="2123973"/>
                  <a:pt x="3464921" y="2163776"/>
                  <a:pt x="3490918" y="2203515"/>
                </a:cubicBezTo>
                <a:cubicBezTo>
                  <a:pt x="3877724" y="2793404"/>
                  <a:pt x="4074645" y="3540787"/>
                  <a:pt x="3869421" y="4131540"/>
                </a:cubicBezTo>
                <a:cubicBezTo>
                  <a:pt x="3869447" y="4131375"/>
                  <a:pt x="3869472" y="4131208"/>
                  <a:pt x="3869498" y="4131045"/>
                </a:cubicBezTo>
                <a:cubicBezTo>
                  <a:pt x="3675885" y="4688625"/>
                  <a:pt x="3322916" y="4945522"/>
                  <a:pt x="2836095" y="5398505"/>
                </a:cubicBezTo>
                <a:cubicBezTo>
                  <a:pt x="2349275" y="5851488"/>
                  <a:pt x="1543566" y="6471482"/>
                  <a:pt x="948576" y="6848941"/>
                </a:cubicBez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5588000" y="0"/>
            <a:ext cx="4056090" cy="6858000"/>
          </a:xfrm>
          <a:custGeom>
            <a:avLst/>
            <a:gdLst/>
            <a:ahLst/>
            <a:cxnLst/>
            <a:rect l="l" t="t" r="r" b="b"/>
            <a:pathLst>
              <a:path w="4056090" h="6858000">
                <a:moveTo>
                  <a:pt x="0" y="0"/>
                </a:moveTo>
                <a:lnTo>
                  <a:pt x="89786" y="69221"/>
                </a:lnTo>
                <a:cubicBezTo>
                  <a:pt x="239961" y="191912"/>
                  <a:pt x="394453" y="330373"/>
                  <a:pt x="557794" y="479798"/>
                </a:cubicBezTo>
                <a:cubicBezTo>
                  <a:pt x="1174262" y="1043595"/>
                  <a:pt x="1591032" y="1176097"/>
                  <a:pt x="2208273" y="1383678"/>
                </a:cubicBezTo>
                <a:cubicBezTo>
                  <a:pt x="2684642" y="1543736"/>
                  <a:pt x="3132694" y="1915719"/>
                  <a:pt x="3474631" y="2398231"/>
                </a:cubicBezTo>
                <a:cubicBezTo>
                  <a:pt x="3499195" y="2432978"/>
                  <a:pt x="3523024" y="2467687"/>
                  <a:pt x="3545396" y="2502344"/>
                </a:cubicBezTo>
                <a:cubicBezTo>
                  <a:pt x="3880109" y="3018194"/>
                  <a:pt x="4056090" y="3666388"/>
                  <a:pt x="3882023" y="4183546"/>
                </a:cubicBezTo>
                <a:lnTo>
                  <a:pt x="3881097" y="4183178"/>
                </a:lnTo>
                <a:cubicBezTo>
                  <a:pt x="3721075" y="4659034"/>
                  <a:pt x="3337296" y="4950308"/>
                  <a:pt x="3014144" y="5267187"/>
                </a:cubicBezTo>
                <a:cubicBezTo>
                  <a:pt x="2436666" y="5833454"/>
                  <a:pt x="1800286" y="6312548"/>
                  <a:pt x="1096032" y="6697536"/>
                </a:cubicBezTo>
                <a:cubicBezTo>
                  <a:pt x="999843" y="6750140"/>
                  <a:pt x="901179" y="6801162"/>
                  <a:pt x="800371" y="6849975"/>
                </a:cubicBezTo>
                <a:lnTo>
                  <a:pt x="782578" y="685800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3543640" y="175061"/>
            <a:ext cx="5462388" cy="6698830"/>
          </a:xfrm>
          <a:custGeom>
            <a:avLst/>
            <a:gdLst/>
            <a:ahLst/>
            <a:cxnLst/>
            <a:rect l="l" t="t" r="r" b="b"/>
            <a:pathLst>
              <a:path w="5462388" h="6698830">
                <a:moveTo>
                  <a:pt x="5321923" y="4017286"/>
                </a:moveTo>
                <a:cubicBezTo>
                  <a:pt x="5197821" y="4403913"/>
                  <a:pt x="4891426" y="4642267"/>
                  <a:pt x="4633715" y="4901460"/>
                </a:cubicBezTo>
                <a:cubicBezTo>
                  <a:pt x="4173291" y="5363907"/>
                  <a:pt x="3659024" y="5750774"/>
                  <a:pt x="3095260" y="6069671"/>
                </a:cubicBezTo>
                <a:cubicBezTo>
                  <a:pt x="2431527" y="6445337"/>
                  <a:pt x="1602916" y="6698829"/>
                  <a:pt x="808833" y="6571080"/>
                </a:cubicBezTo>
                <a:cubicBezTo>
                  <a:pt x="418312" y="6508518"/>
                  <a:pt x="164265" y="6180872"/>
                  <a:pt x="82461" y="5759638"/>
                </a:cubicBezTo>
                <a:cubicBezTo>
                  <a:pt x="0" y="5342747"/>
                  <a:pt x="22404" y="4873319"/>
                  <a:pt x="227718" y="4565471"/>
                </a:cubicBezTo>
                <a:cubicBezTo>
                  <a:pt x="379500" y="4335613"/>
                  <a:pt x="650673" y="4251082"/>
                  <a:pt x="850775" y="4081067"/>
                </a:cubicBezTo>
                <a:cubicBezTo>
                  <a:pt x="921515" y="4020882"/>
                  <a:pt x="983065" y="3950143"/>
                  <a:pt x="1028390" y="3859679"/>
                </a:cubicBezTo>
                <a:cubicBezTo>
                  <a:pt x="1148235" y="3620489"/>
                  <a:pt x="1092757" y="3326840"/>
                  <a:pt x="977311" y="3066451"/>
                </a:cubicBezTo>
                <a:cubicBezTo>
                  <a:pt x="725520" y="2498239"/>
                  <a:pt x="243647" y="1988653"/>
                  <a:pt x="150671" y="1323578"/>
                </a:cubicBezTo>
                <a:cubicBezTo>
                  <a:pt x="52980" y="627733"/>
                  <a:pt x="561288" y="191436"/>
                  <a:pt x="1029456" y="100385"/>
                </a:cubicBezTo>
                <a:cubicBezTo>
                  <a:pt x="1544395" y="0"/>
                  <a:pt x="1987174" y="256714"/>
                  <a:pt x="2563666" y="772108"/>
                </a:cubicBezTo>
                <a:cubicBezTo>
                  <a:pt x="3095741" y="1247886"/>
                  <a:pt x="3432937" y="1436381"/>
                  <a:pt x="3938814" y="1643937"/>
                </a:cubicBezTo>
                <a:cubicBezTo>
                  <a:pt x="4321754" y="1801201"/>
                  <a:pt x="4691552" y="2115423"/>
                  <a:pt x="4974347" y="2521226"/>
                </a:cubicBezTo>
                <a:cubicBezTo>
                  <a:pt x="4994715" y="2550031"/>
                  <a:pt x="5014031" y="2579431"/>
                  <a:pt x="5032892" y="2608655"/>
                </a:cubicBezTo>
                <a:cubicBezTo>
                  <a:pt x="5310364" y="3041761"/>
                  <a:pt x="5462388" y="3581144"/>
                  <a:pt x="5322189" y="4017135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4226926" y="1066583"/>
            <a:ext cx="4153954" cy="5160141"/>
          </a:xfrm>
          <a:custGeom>
            <a:avLst/>
            <a:gdLst/>
            <a:ahLst/>
            <a:cxnLst/>
            <a:rect l="l" t="t" r="r" b="b"/>
            <a:pathLst>
              <a:path w="4153954" h="5160141">
                <a:moveTo>
                  <a:pt x="4052388" y="3149781"/>
                </a:moveTo>
                <a:cubicBezTo>
                  <a:pt x="3967136" y="3433055"/>
                  <a:pt x="3749225" y="3610590"/>
                  <a:pt x="3565435" y="3802360"/>
                </a:cubicBezTo>
                <a:cubicBezTo>
                  <a:pt x="3236859" y="4144217"/>
                  <a:pt x="2863666" y="4426411"/>
                  <a:pt x="2458873" y="4665946"/>
                </a:cubicBezTo>
                <a:cubicBezTo>
                  <a:pt x="1928800" y="4979343"/>
                  <a:pt x="1238981" y="5160141"/>
                  <a:pt x="599483" y="5016529"/>
                </a:cubicBezTo>
                <a:cubicBezTo>
                  <a:pt x="315459" y="4952726"/>
                  <a:pt x="127943" y="4716834"/>
                  <a:pt x="63883" y="4407299"/>
                </a:cubicBezTo>
                <a:cubicBezTo>
                  <a:pt x="0" y="4098078"/>
                  <a:pt x="12942" y="3751495"/>
                  <a:pt x="163129" y="3521485"/>
                </a:cubicBezTo>
                <a:cubicBezTo>
                  <a:pt x="275406" y="3348067"/>
                  <a:pt x="476028" y="3280604"/>
                  <a:pt x="625529" y="3152309"/>
                </a:cubicBezTo>
                <a:cubicBezTo>
                  <a:pt x="678411" y="3107109"/>
                  <a:pt x="724892" y="3054163"/>
                  <a:pt x="759467" y="2987247"/>
                </a:cubicBezTo>
                <a:cubicBezTo>
                  <a:pt x="851578" y="2810336"/>
                  <a:pt x="819383" y="2594791"/>
                  <a:pt x="744525" y="2400977"/>
                </a:cubicBezTo>
                <a:cubicBezTo>
                  <a:pt x="580976" y="1976797"/>
                  <a:pt x="249788" y="1588824"/>
                  <a:pt x="183625" y="1091327"/>
                </a:cubicBezTo>
                <a:cubicBezTo>
                  <a:pt x="114318" y="571961"/>
                  <a:pt x="471160" y="247717"/>
                  <a:pt x="780648" y="132594"/>
                </a:cubicBezTo>
                <a:cubicBezTo>
                  <a:pt x="1138150" y="0"/>
                  <a:pt x="1489543" y="93604"/>
                  <a:pt x="1963402" y="504727"/>
                </a:cubicBezTo>
                <a:cubicBezTo>
                  <a:pt x="2388449" y="873738"/>
                  <a:pt x="2633738" y="1101233"/>
                  <a:pt x="3010621" y="1298629"/>
                </a:cubicBezTo>
                <a:cubicBezTo>
                  <a:pt x="3287052" y="1443613"/>
                  <a:pt x="3564840" y="1688748"/>
                  <a:pt x="3778099" y="2001727"/>
                </a:cubicBezTo>
                <a:cubicBezTo>
                  <a:pt x="3793613" y="2024244"/>
                  <a:pt x="3808215" y="2046877"/>
                  <a:pt x="3822398" y="2069342"/>
                </a:cubicBezTo>
                <a:cubicBezTo>
                  <a:pt x="4032248" y="2403493"/>
                  <a:pt x="4153954" y="2812977"/>
                  <a:pt x="4052502" y="3150531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4781207" y="1644092"/>
            <a:ext cx="3048290" cy="4054479"/>
          </a:xfrm>
          <a:custGeom>
            <a:avLst/>
            <a:gdLst/>
            <a:ahLst/>
            <a:cxnLst/>
            <a:rect l="l" t="t" r="r" b="b"/>
            <a:pathLst>
              <a:path w="3048290" h="4054479">
                <a:moveTo>
                  <a:pt x="2980301" y="2607276"/>
                </a:moveTo>
                <a:cubicBezTo>
                  <a:pt x="2927953" y="2802983"/>
                  <a:pt x="2786193" y="2928891"/>
                  <a:pt x="2665046" y="3063649"/>
                </a:cubicBezTo>
                <a:cubicBezTo>
                  <a:pt x="2448833" y="3303147"/>
                  <a:pt x="2196231" y="3498346"/>
                  <a:pt x="1925592" y="3668996"/>
                </a:cubicBezTo>
                <a:cubicBezTo>
                  <a:pt x="1508162" y="3932343"/>
                  <a:pt x="935335" y="4054479"/>
                  <a:pt x="423159" y="3891233"/>
                </a:cubicBezTo>
                <a:cubicBezTo>
                  <a:pt x="230243" y="3829638"/>
                  <a:pt x="97991" y="3668169"/>
                  <a:pt x="49307" y="3453122"/>
                </a:cubicBezTo>
                <a:cubicBezTo>
                  <a:pt x="0" y="3235367"/>
                  <a:pt x="6224" y="2993279"/>
                  <a:pt x="109069" y="2828751"/>
                </a:cubicBezTo>
                <a:cubicBezTo>
                  <a:pt x="187859" y="2703060"/>
                  <a:pt x="328501" y="2649605"/>
                  <a:pt x="435187" y="2556603"/>
                </a:cubicBezTo>
                <a:cubicBezTo>
                  <a:pt x="473226" y="2523532"/>
                  <a:pt x="506574" y="2485483"/>
                  <a:pt x="532228" y="2438809"/>
                </a:cubicBezTo>
                <a:cubicBezTo>
                  <a:pt x="600788" y="2314401"/>
                  <a:pt x="588899" y="2164566"/>
                  <a:pt x="548732" y="2027572"/>
                </a:cubicBezTo>
                <a:cubicBezTo>
                  <a:pt x="460322" y="1725210"/>
                  <a:pt x="257609" y="1440374"/>
                  <a:pt x="214488" y="1084622"/>
                </a:cubicBezTo>
                <a:cubicBezTo>
                  <a:pt x="224480" y="870925"/>
                  <a:pt x="131717" y="696068"/>
                  <a:pt x="570786" y="348035"/>
                </a:cubicBezTo>
                <a:cubicBezTo>
                  <a:pt x="1009855" y="0"/>
                  <a:pt x="1314313" y="348689"/>
                  <a:pt x="1457170" y="462181"/>
                </a:cubicBezTo>
                <a:cubicBezTo>
                  <a:pt x="1600027" y="575675"/>
                  <a:pt x="1959206" y="1001514"/>
                  <a:pt x="2227449" y="1194413"/>
                </a:cubicBezTo>
                <a:cubicBezTo>
                  <a:pt x="2412531" y="1327357"/>
                  <a:pt x="2613381" y="1516485"/>
                  <a:pt x="2767601" y="1751322"/>
                </a:cubicBezTo>
                <a:cubicBezTo>
                  <a:pt x="2778678" y="1767984"/>
                  <a:pt x="2789464" y="1785192"/>
                  <a:pt x="2799694" y="1801956"/>
                </a:cubicBezTo>
                <a:cubicBezTo>
                  <a:pt x="2952416" y="2052248"/>
                  <a:pt x="3048290" y="2352222"/>
                  <a:pt x="2980136" y="2606984"/>
                </a:cubicBezTo>
                <a:lnTo>
                  <a:pt x="2980301" y="2607276"/>
                </a:ln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5438459" y="2523757"/>
            <a:ext cx="1745922" cy="2563228"/>
          </a:xfrm>
          <a:custGeom>
            <a:avLst/>
            <a:gdLst/>
            <a:ahLst/>
            <a:cxnLst/>
            <a:rect l="l" t="t" r="r" b="b"/>
            <a:pathLst>
              <a:path w="1745922" h="2563228">
                <a:moveTo>
                  <a:pt x="1140837" y="824230"/>
                </a:moveTo>
                <a:cubicBezTo>
                  <a:pt x="1323916" y="1078623"/>
                  <a:pt x="1639654" y="1277215"/>
                  <a:pt x="1709722" y="1584718"/>
                </a:cubicBezTo>
                <a:cubicBezTo>
                  <a:pt x="1745922" y="1744459"/>
                  <a:pt x="1697983" y="1893546"/>
                  <a:pt x="1622098" y="2013434"/>
                </a:cubicBezTo>
                <a:cubicBezTo>
                  <a:pt x="1417534" y="2337181"/>
                  <a:pt x="925663" y="2563228"/>
                  <a:pt x="483923" y="2332723"/>
                </a:cubicBezTo>
                <a:cubicBezTo>
                  <a:pt x="336689" y="2256053"/>
                  <a:pt x="206871" y="2088032"/>
                  <a:pt x="231752" y="1945627"/>
                </a:cubicBezTo>
                <a:cubicBezTo>
                  <a:pt x="243324" y="1879435"/>
                  <a:pt x="284948" y="1829284"/>
                  <a:pt x="317309" y="1774685"/>
                </a:cubicBezTo>
                <a:cubicBezTo>
                  <a:pt x="508413" y="1452334"/>
                  <a:pt x="336637" y="1043305"/>
                  <a:pt x="158046" y="671995"/>
                </a:cubicBezTo>
                <a:cubicBezTo>
                  <a:pt x="0" y="343916"/>
                  <a:pt x="168186" y="0"/>
                  <a:pt x="539618" y="135407"/>
                </a:cubicBezTo>
                <a:cubicBezTo>
                  <a:pt x="816379" y="236575"/>
                  <a:pt x="979889" y="601561"/>
                  <a:pt x="1140392" y="824674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2578636" y="4064"/>
            <a:ext cx="1635411" cy="6839748"/>
          </a:xfrm>
          <a:custGeom>
            <a:avLst/>
            <a:gdLst/>
            <a:ahLst/>
            <a:cxnLst/>
            <a:rect l="l" t="t" r="r" b="b"/>
            <a:pathLst>
              <a:path w="1635411" h="6839748">
                <a:moveTo>
                  <a:pt x="149509" y="6839748"/>
                </a:moveTo>
                <a:lnTo>
                  <a:pt x="109120" y="6672083"/>
                </a:lnTo>
                <a:cubicBezTo>
                  <a:pt x="0" y="6077749"/>
                  <a:pt x="38077" y="5404827"/>
                  <a:pt x="335095" y="4969763"/>
                </a:cubicBezTo>
                <a:cubicBezTo>
                  <a:pt x="552992" y="4649418"/>
                  <a:pt x="940477" y="4539044"/>
                  <a:pt x="1223312" y="4301489"/>
                </a:cubicBezTo>
                <a:cubicBezTo>
                  <a:pt x="1322944" y="4217567"/>
                  <a:pt x="1409578" y="4117821"/>
                  <a:pt x="1471648" y="3988269"/>
                </a:cubicBezTo>
                <a:cubicBezTo>
                  <a:pt x="1635411" y="3646194"/>
                  <a:pt x="1537052" y="3223310"/>
                  <a:pt x="1348370" y="2853422"/>
                </a:cubicBezTo>
                <a:cubicBezTo>
                  <a:pt x="940308" y="2048318"/>
                  <a:pt x="194746" y="1344510"/>
                  <a:pt x="55515" y="405945"/>
                </a:cubicBezTo>
                <a:cubicBezTo>
                  <a:pt x="37220" y="282801"/>
                  <a:pt x="33317" y="111465"/>
                  <a:pt x="41949" y="0"/>
                </a:cubicBez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3078295" y="0"/>
            <a:ext cx="1402439" cy="6858000"/>
          </a:xfrm>
          <a:custGeom>
            <a:avLst/>
            <a:gdLst/>
            <a:ahLst/>
            <a:cxnLst/>
            <a:rect l="l" t="t" r="r" b="b"/>
            <a:pathLst>
              <a:path w="1402439" h="6858000">
                <a:moveTo>
                  <a:pt x="285176" y="6858000"/>
                </a:moveTo>
                <a:lnTo>
                  <a:pt x="208624" y="6713993"/>
                </a:lnTo>
                <a:cubicBezTo>
                  <a:pt x="158289" y="6601822"/>
                  <a:pt x="120693" y="6479097"/>
                  <a:pt x="96501" y="6349709"/>
                </a:cubicBezTo>
                <a:cubicBezTo>
                  <a:pt x="0" y="5840070"/>
                  <a:pt x="30674" y="5264722"/>
                  <a:pt x="283568" y="4890555"/>
                </a:cubicBezTo>
                <a:cubicBezTo>
                  <a:pt x="470016" y="4613466"/>
                  <a:pt x="801702" y="4515079"/>
                  <a:pt x="1044989" y="4309746"/>
                </a:cubicBezTo>
                <a:cubicBezTo>
                  <a:pt x="1130913" y="4237318"/>
                  <a:pt x="1205659" y="4151606"/>
                  <a:pt x="1259540" y="4040684"/>
                </a:cubicBezTo>
                <a:cubicBezTo>
                  <a:pt x="1402439" y="3747872"/>
                  <a:pt x="1324931" y="3387446"/>
                  <a:pt x="1172132" y="3069540"/>
                </a:cubicBezTo>
                <a:cubicBezTo>
                  <a:pt x="839511" y="2377961"/>
                  <a:pt x="221963" y="1766341"/>
                  <a:pt x="105016" y="958484"/>
                </a:cubicBezTo>
                <a:cubicBezTo>
                  <a:pt x="51200" y="587931"/>
                  <a:pt x="144443" y="277105"/>
                  <a:pt x="317563" y="39985"/>
                </a:cubicBezTo>
                <a:lnTo>
                  <a:pt x="350059" y="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76300" y="495300"/>
            <a:ext cx="104394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indent="0" algn="ctr">
              <a:lnSpc>
                <a:spcPct val="133000"/>
              </a:lnSpc>
              <a:spcBef>
                <a:spcPts val="1000"/>
              </a:spcBef>
              <a:defRPr/>
            </a:pPr>
            <a:r>
              <a:rPr lang="en-US" sz="59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76300" y="3479800"/>
            <a:ext cx="10439400" cy="2654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6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主流的大模型智能体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人机交互</a:t>
            </a:r>
            <a:r>
              <a:rPr lang="en-US" sz="24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的分类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-148590" y="13462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10" y="16637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67410" y="14732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终端 (Terminal)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67410" y="1917700"/>
            <a:ext cx="316992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这是一个物理窗口，用户通过它向操作系统内核发送指令，并查看返回结果。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978275" y="13462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8775" y="1663700"/>
            <a:ext cx="508000" cy="508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4994275" y="14732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命令行界面 (CLI)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994275" y="1917700"/>
            <a:ext cx="314706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Command Line Interface，一种纯文本的交互方式，用户通过输入特定的命令来驱动程序运行。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141335" y="13462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EE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1835" y="1663700"/>
            <a:ext cx="508000" cy="508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157335" y="14732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图形用户界面 (GUI)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157335" y="1917700"/>
            <a:ext cx="296862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Graphical User Interface，</a:t>
            </a:r>
            <a:r>
              <a:rPr lang="zh-CN" altLang="en-US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是</a:t>
            </a:r>
            <a:r>
              <a:rPr lang="en-US" altLang="zh-CN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Integrated Development Environment </a:t>
            </a:r>
            <a:r>
              <a:rPr lang="zh-CN" altLang="en-US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（</a:t>
            </a:r>
            <a:r>
              <a:rPr lang="en-US" altLang="zh-CN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IDE</a:t>
            </a:r>
            <a:r>
              <a:rPr lang="zh-CN" altLang="en-US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）的一部分，</a:t>
            </a:r>
            <a:r>
              <a:rPr lang="en-US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通过直观的按钮、菜单、窗口等图形元素进行操作，降低了使用门槛。</a:t>
            </a:r>
            <a:endParaRPr lang="en-US" sz="110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4680" y="2912745"/>
            <a:ext cx="3653155" cy="329565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946400"/>
            <a:ext cx="4198620" cy="323913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1200" y="2908935"/>
            <a:ext cx="3800475" cy="3239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智能体的分类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143000"/>
            <a:ext cx="5461000" cy="5080000"/>
          </a:xfrm>
          <a:prstGeom prst="roundRect">
            <a:avLst>
              <a:gd name="adj" fmla="val 3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▍智能体的核心类型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336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159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聊天增强型智能体 (Chat-Enhanced)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2540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在对话基础上增加联网、长文本处理能力，典型代表：ChatGPT, Claude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479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3302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工作流型智能体 (Workflow)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651000" y="3683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专注于复杂任务的流程编排与自动化执行，典型代表：Dify, Coze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318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622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4445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编程型智能体 (Programming)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651000" y="4826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深度辅助代码的开发、调试与运行，典型代表：Cursor, GitHub Copilot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6388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55245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系统操作型：</a:t>
            </a:r>
            <a:r>
              <a:rPr lang="en-US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直接交互OS执行脚本 (Open Claw/Claude Code)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1143000"/>
            <a:ext cx="5461000" cy="5080000"/>
          </a:xfrm>
          <a:prstGeom prst="roundRect">
            <a:avLst>
              <a:gd name="adj" fmla="val 3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1397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▍人机交互的核心概念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2032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23495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493000" y="21590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终端 (Terminal)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493000" y="2603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这是一个物理窗口，用户通过它向操作系统内核发送指令，并查看返回结果。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3429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3746500"/>
            <a:ext cx="508000" cy="508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493000" y="35560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命令行界面 (CLI)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93000" y="4000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Command Line Interface，一种纯文本的交互方式，用户通过输入特定的命令来驱动程序运行。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4826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EE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67500" y="5143500"/>
            <a:ext cx="508000" cy="508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493000" y="49530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图形用户界面 (GUI)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493000" y="5397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Graphical User Interface，通过直观的按钮、菜单、窗口等图形元素进行操作，降低了使用门槛。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69500" y="6038554"/>
            <a:ext cx="2219648" cy="842877"/>
          </a:xfrm>
          <a:custGeom>
            <a:avLst/>
            <a:gdLst/>
            <a:ahLst/>
            <a:cxnLst/>
            <a:rect l="l" t="t" r="r" b="b"/>
            <a:pathLst>
              <a:path w="2219648" h="842877">
                <a:moveTo>
                  <a:pt x="0" y="820105"/>
                </a:moveTo>
                <a:lnTo>
                  <a:pt x="9058" y="801602"/>
                </a:lnTo>
                <a:cubicBezTo>
                  <a:pt x="270206" y="364122"/>
                  <a:pt x="814247" y="0"/>
                  <a:pt x="1123206" y="340058"/>
                </a:cubicBezTo>
                <a:cubicBezTo>
                  <a:pt x="1269208" y="500864"/>
                  <a:pt x="1435856" y="842878"/>
                  <a:pt x="1749088" y="557928"/>
                </a:cubicBezTo>
                <a:cubicBezTo>
                  <a:pt x="1885671" y="433689"/>
                  <a:pt x="2024273" y="306830"/>
                  <a:pt x="2168089" y="222833"/>
                </a:cubicBezTo>
                <a:lnTo>
                  <a:pt x="2219648" y="197146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148257" cy="620298"/>
          </a:xfrm>
          <a:custGeom>
            <a:avLst/>
            <a:gdLst/>
            <a:ahLst/>
            <a:cxnLst/>
            <a:rect l="l" t="t" r="r" b="b"/>
            <a:pathLst>
              <a:path w="1148257" h="620298">
                <a:moveTo>
                  <a:pt x="0" y="168928"/>
                </a:moveTo>
                <a:lnTo>
                  <a:pt x="92048" y="181900"/>
                </a:lnTo>
                <a:cubicBezTo>
                  <a:pt x="129254" y="190750"/>
                  <a:pt x="167165" y="203411"/>
                  <a:pt x="205692" y="220189"/>
                </a:cubicBezTo>
                <a:cubicBezTo>
                  <a:pt x="460646" y="331299"/>
                  <a:pt x="839075" y="620298"/>
                  <a:pt x="1038515" y="213984"/>
                </a:cubicBezTo>
                <a:lnTo>
                  <a:pt x="1148257" y="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98500" y="355600"/>
            <a:ext cx="10795000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主流产品</a:t>
            </a:r>
            <a:endParaRPr lang="en-US" sz="1100"/>
          </a:p>
        </p:txBody>
      </p:sp>
      <p:graphicFrame>
        <p:nvGraphicFramePr>
          <p:cNvPr id="46" name="表格 45"/>
          <p:cNvGraphicFramePr/>
          <p:nvPr/>
        </p:nvGraphicFramePr>
        <p:xfrm>
          <a:off x="514350" y="1188720"/>
          <a:ext cx="11163300" cy="4871720"/>
        </p:xfrm>
        <a:graphic>
          <a:graphicData uri="http://schemas.openxmlformats.org/drawingml/2006/table">
            <a:tbl>
              <a:tblPr/>
              <a:tblGrid>
                <a:gridCol w="2232660"/>
                <a:gridCol w="2232660"/>
                <a:gridCol w="2232660"/>
                <a:gridCol w="2232660"/>
                <a:gridCol w="2232660"/>
              </a:tblGrid>
              <a:tr h="262890"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产品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平台</a:t>
                      </a:r>
                      <a:endParaRPr lang="zh-CN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公司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组织</a:t>
                      </a:r>
                      <a:endParaRPr lang="zh-CN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类型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界面形态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典型用途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831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ChatGPT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OpenAI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聊天增强型智能体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对话、写作、分析、联网、文件处理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831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Claude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Anthropic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聊天增强型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编程型</a:t>
                      </a:r>
                      <a:endParaRPr lang="zh-CN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GUI + CLI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生态</a:t>
                      </a:r>
                      <a:endParaRPr lang="zh-CN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长文本处理、代码辅助、知识工作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495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Gemini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Google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聊天增强型智能体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搜索结合、办公协同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495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通义千问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阿里巴巴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聊天增强型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中文办公、企业应用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495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豆包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字节跳动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聊天增强型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通用问答、内容辅助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5585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Kimi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Moonshot AI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聊天增强型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长文档阅读、学术辅助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5585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DeepSeek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DeepSeek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智能体生态</a:t>
                      </a:r>
                      <a:endParaRPr lang="zh-CN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GUI + API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推理、编码、低成本部署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495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Dify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开源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平台生态</a:t>
                      </a:r>
                      <a:endParaRPr lang="zh-CN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工作流智能体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搭建企业级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 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应用</a:t>
                      </a:r>
                      <a:endParaRPr lang="zh-CN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495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Coze / 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扣子</a:t>
                      </a:r>
                      <a:endParaRPr lang="zh-CN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字节跳动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工作流智能体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Bot 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构建、流程编排</a:t>
                      </a:r>
                      <a:endParaRPr lang="zh-CN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495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Flowise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开源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工作流智能体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可视化链路搭建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495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Langflow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开源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工作流智能体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可视化工作流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5585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Cursor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Anysphere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编程智能体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 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编程 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IDE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5585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GitHub Copilot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GitHub / Microsoft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编程助手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GUI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插件</a:t>
                      </a:r>
                      <a:endParaRPr lang="zh-CN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代码补全、解释、生成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495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Claude Code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Anthropic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终端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/CLI 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智能体</a:t>
                      </a:r>
                      <a:endParaRPr lang="zh-CN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CLI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改代码、跑命令、项目协作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831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OpenClaw</a:t>
                      </a:r>
                      <a:endParaRPr lang="en-US" alt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相关开源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研究或工程生态</a:t>
                      </a:r>
                      <a:endParaRPr lang="zh-CN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终端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执行型智能体框架</a:t>
                      </a:r>
                      <a:endParaRPr lang="zh-CN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CLI/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系统交互型</a:t>
                      </a:r>
                      <a:endParaRPr lang="zh-CN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任务执行、工具调用、智能体结构研究与工程实践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7900" y="0"/>
            <a:ext cx="4074645" cy="6848941"/>
          </a:xfrm>
          <a:custGeom>
            <a:avLst/>
            <a:gdLst/>
            <a:ahLst/>
            <a:cxnLst/>
            <a:rect l="l" t="t" r="r" b="b"/>
            <a:pathLst>
              <a:path w="4074645" h="6848941">
                <a:moveTo>
                  <a:pt x="0" y="0"/>
                </a:moveTo>
                <a:lnTo>
                  <a:pt x="30660" y="28644"/>
                </a:lnTo>
                <a:cubicBezTo>
                  <a:pt x="721592" y="671979"/>
                  <a:pt x="1211182" y="744555"/>
                  <a:pt x="1931065" y="948586"/>
                </a:cubicBezTo>
                <a:cubicBezTo>
                  <a:pt x="2492802" y="1107860"/>
                  <a:pt x="3013420" y="1533120"/>
                  <a:pt x="3409201" y="2084643"/>
                </a:cubicBezTo>
                <a:cubicBezTo>
                  <a:pt x="3437454" y="2123973"/>
                  <a:pt x="3464921" y="2163776"/>
                  <a:pt x="3490918" y="2203515"/>
                </a:cubicBezTo>
                <a:cubicBezTo>
                  <a:pt x="3877724" y="2793404"/>
                  <a:pt x="4074645" y="3540787"/>
                  <a:pt x="3869421" y="4131540"/>
                </a:cubicBezTo>
                <a:cubicBezTo>
                  <a:pt x="3869447" y="4131375"/>
                  <a:pt x="3869472" y="4131208"/>
                  <a:pt x="3869498" y="4131045"/>
                </a:cubicBezTo>
                <a:cubicBezTo>
                  <a:pt x="3675885" y="4688625"/>
                  <a:pt x="3322916" y="4945522"/>
                  <a:pt x="2836095" y="5398505"/>
                </a:cubicBezTo>
                <a:cubicBezTo>
                  <a:pt x="2349275" y="5851488"/>
                  <a:pt x="1543566" y="6471482"/>
                  <a:pt x="948576" y="6848941"/>
                </a:cubicBez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5588000" y="0"/>
            <a:ext cx="4056090" cy="6858000"/>
          </a:xfrm>
          <a:custGeom>
            <a:avLst/>
            <a:gdLst/>
            <a:ahLst/>
            <a:cxnLst/>
            <a:rect l="l" t="t" r="r" b="b"/>
            <a:pathLst>
              <a:path w="4056090" h="6858000">
                <a:moveTo>
                  <a:pt x="0" y="0"/>
                </a:moveTo>
                <a:lnTo>
                  <a:pt x="89786" y="69221"/>
                </a:lnTo>
                <a:cubicBezTo>
                  <a:pt x="239961" y="191912"/>
                  <a:pt x="394453" y="330373"/>
                  <a:pt x="557794" y="479798"/>
                </a:cubicBezTo>
                <a:cubicBezTo>
                  <a:pt x="1174262" y="1043595"/>
                  <a:pt x="1591032" y="1176097"/>
                  <a:pt x="2208273" y="1383678"/>
                </a:cubicBezTo>
                <a:cubicBezTo>
                  <a:pt x="2684642" y="1543736"/>
                  <a:pt x="3132694" y="1915719"/>
                  <a:pt x="3474631" y="2398231"/>
                </a:cubicBezTo>
                <a:cubicBezTo>
                  <a:pt x="3499195" y="2432978"/>
                  <a:pt x="3523024" y="2467687"/>
                  <a:pt x="3545396" y="2502344"/>
                </a:cubicBezTo>
                <a:cubicBezTo>
                  <a:pt x="3880109" y="3018194"/>
                  <a:pt x="4056090" y="3666388"/>
                  <a:pt x="3882023" y="4183546"/>
                </a:cubicBezTo>
                <a:lnTo>
                  <a:pt x="3881097" y="4183178"/>
                </a:lnTo>
                <a:cubicBezTo>
                  <a:pt x="3721075" y="4659034"/>
                  <a:pt x="3337296" y="4950308"/>
                  <a:pt x="3014144" y="5267187"/>
                </a:cubicBezTo>
                <a:cubicBezTo>
                  <a:pt x="2436666" y="5833454"/>
                  <a:pt x="1800286" y="6312548"/>
                  <a:pt x="1096032" y="6697536"/>
                </a:cubicBezTo>
                <a:cubicBezTo>
                  <a:pt x="999843" y="6750140"/>
                  <a:pt x="901179" y="6801162"/>
                  <a:pt x="800371" y="6849975"/>
                </a:cubicBezTo>
                <a:lnTo>
                  <a:pt x="782578" y="685800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3543640" y="175061"/>
            <a:ext cx="5462388" cy="6698830"/>
          </a:xfrm>
          <a:custGeom>
            <a:avLst/>
            <a:gdLst/>
            <a:ahLst/>
            <a:cxnLst/>
            <a:rect l="l" t="t" r="r" b="b"/>
            <a:pathLst>
              <a:path w="5462388" h="6698830">
                <a:moveTo>
                  <a:pt x="5321923" y="4017286"/>
                </a:moveTo>
                <a:cubicBezTo>
                  <a:pt x="5197821" y="4403913"/>
                  <a:pt x="4891426" y="4642267"/>
                  <a:pt x="4633715" y="4901460"/>
                </a:cubicBezTo>
                <a:cubicBezTo>
                  <a:pt x="4173291" y="5363907"/>
                  <a:pt x="3659024" y="5750774"/>
                  <a:pt x="3095260" y="6069671"/>
                </a:cubicBezTo>
                <a:cubicBezTo>
                  <a:pt x="2431527" y="6445337"/>
                  <a:pt x="1602916" y="6698829"/>
                  <a:pt x="808833" y="6571080"/>
                </a:cubicBezTo>
                <a:cubicBezTo>
                  <a:pt x="418312" y="6508518"/>
                  <a:pt x="164265" y="6180872"/>
                  <a:pt x="82461" y="5759638"/>
                </a:cubicBezTo>
                <a:cubicBezTo>
                  <a:pt x="0" y="5342747"/>
                  <a:pt x="22404" y="4873319"/>
                  <a:pt x="227718" y="4565471"/>
                </a:cubicBezTo>
                <a:cubicBezTo>
                  <a:pt x="379500" y="4335613"/>
                  <a:pt x="650673" y="4251082"/>
                  <a:pt x="850775" y="4081067"/>
                </a:cubicBezTo>
                <a:cubicBezTo>
                  <a:pt x="921515" y="4020882"/>
                  <a:pt x="983065" y="3950143"/>
                  <a:pt x="1028390" y="3859679"/>
                </a:cubicBezTo>
                <a:cubicBezTo>
                  <a:pt x="1148235" y="3620489"/>
                  <a:pt x="1092757" y="3326840"/>
                  <a:pt x="977311" y="3066451"/>
                </a:cubicBezTo>
                <a:cubicBezTo>
                  <a:pt x="725520" y="2498239"/>
                  <a:pt x="243647" y="1988653"/>
                  <a:pt x="150671" y="1323578"/>
                </a:cubicBezTo>
                <a:cubicBezTo>
                  <a:pt x="52980" y="627733"/>
                  <a:pt x="561288" y="191436"/>
                  <a:pt x="1029456" y="100385"/>
                </a:cubicBezTo>
                <a:cubicBezTo>
                  <a:pt x="1544395" y="0"/>
                  <a:pt x="1987174" y="256714"/>
                  <a:pt x="2563666" y="772108"/>
                </a:cubicBezTo>
                <a:cubicBezTo>
                  <a:pt x="3095741" y="1247886"/>
                  <a:pt x="3432937" y="1436381"/>
                  <a:pt x="3938814" y="1643937"/>
                </a:cubicBezTo>
                <a:cubicBezTo>
                  <a:pt x="4321754" y="1801201"/>
                  <a:pt x="4691552" y="2115423"/>
                  <a:pt x="4974347" y="2521226"/>
                </a:cubicBezTo>
                <a:cubicBezTo>
                  <a:pt x="4994715" y="2550031"/>
                  <a:pt x="5014031" y="2579431"/>
                  <a:pt x="5032892" y="2608655"/>
                </a:cubicBezTo>
                <a:cubicBezTo>
                  <a:pt x="5310364" y="3041761"/>
                  <a:pt x="5462388" y="3581144"/>
                  <a:pt x="5322189" y="4017135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4226926" y="1066583"/>
            <a:ext cx="4153954" cy="5160141"/>
          </a:xfrm>
          <a:custGeom>
            <a:avLst/>
            <a:gdLst/>
            <a:ahLst/>
            <a:cxnLst/>
            <a:rect l="l" t="t" r="r" b="b"/>
            <a:pathLst>
              <a:path w="4153954" h="5160141">
                <a:moveTo>
                  <a:pt x="4052388" y="3149781"/>
                </a:moveTo>
                <a:cubicBezTo>
                  <a:pt x="3967136" y="3433055"/>
                  <a:pt x="3749225" y="3610590"/>
                  <a:pt x="3565435" y="3802360"/>
                </a:cubicBezTo>
                <a:cubicBezTo>
                  <a:pt x="3236859" y="4144217"/>
                  <a:pt x="2863666" y="4426411"/>
                  <a:pt x="2458873" y="4665946"/>
                </a:cubicBezTo>
                <a:cubicBezTo>
                  <a:pt x="1928800" y="4979343"/>
                  <a:pt x="1238981" y="5160141"/>
                  <a:pt x="599483" y="5016529"/>
                </a:cubicBezTo>
                <a:cubicBezTo>
                  <a:pt x="315459" y="4952726"/>
                  <a:pt x="127943" y="4716834"/>
                  <a:pt x="63883" y="4407299"/>
                </a:cubicBezTo>
                <a:cubicBezTo>
                  <a:pt x="0" y="4098078"/>
                  <a:pt x="12942" y="3751495"/>
                  <a:pt x="163129" y="3521485"/>
                </a:cubicBezTo>
                <a:cubicBezTo>
                  <a:pt x="275406" y="3348067"/>
                  <a:pt x="476028" y="3280604"/>
                  <a:pt x="625529" y="3152309"/>
                </a:cubicBezTo>
                <a:cubicBezTo>
                  <a:pt x="678411" y="3107109"/>
                  <a:pt x="724892" y="3054163"/>
                  <a:pt x="759467" y="2987247"/>
                </a:cubicBezTo>
                <a:cubicBezTo>
                  <a:pt x="851578" y="2810336"/>
                  <a:pt x="819383" y="2594791"/>
                  <a:pt x="744525" y="2400977"/>
                </a:cubicBezTo>
                <a:cubicBezTo>
                  <a:pt x="580976" y="1976797"/>
                  <a:pt x="249788" y="1588824"/>
                  <a:pt x="183625" y="1091327"/>
                </a:cubicBezTo>
                <a:cubicBezTo>
                  <a:pt x="114318" y="571961"/>
                  <a:pt x="471160" y="247717"/>
                  <a:pt x="780648" y="132594"/>
                </a:cubicBezTo>
                <a:cubicBezTo>
                  <a:pt x="1138150" y="0"/>
                  <a:pt x="1489543" y="93604"/>
                  <a:pt x="1963402" y="504727"/>
                </a:cubicBezTo>
                <a:cubicBezTo>
                  <a:pt x="2388449" y="873738"/>
                  <a:pt x="2633738" y="1101233"/>
                  <a:pt x="3010621" y="1298629"/>
                </a:cubicBezTo>
                <a:cubicBezTo>
                  <a:pt x="3287052" y="1443613"/>
                  <a:pt x="3564840" y="1688748"/>
                  <a:pt x="3778099" y="2001727"/>
                </a:cubicBezTo>
                <a:cubicBezTo>
                  <a:pt x="3793613" y="2024244"/>
                  <a:pt x="3808215" y="2046877"/>
                  <a:pt x="3822398" y="2069342"/>
                </a:cubicBezTo>
                <a:cubicBezTo>
                  <a:pt x="4032248" y="2403493"/>
                  <a:pt x="4153954" y="2812977"/>
                  <a:pt x="4052502" y="3150531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4781207" y="1644092"/>
            <a:ext cx="3048290" cy="4054479"/>
          </a:xfrm>
          <a:custGeom>
            <a:avLst/>
            <a:gdLst/>
            <a:ahLst/>
            <a:cxnLst/>
            <a:rect l="l" t="t" r="r" b="b"/>
            <a:pathLst>
              <a:path w="3048290" h="4054479">
                <a:moveTo>
                  <a:pt x="2980301" y="2607276"/>
                </a:moveTo>
                <a:cubicBezTo>
                  <a:pt x="2927953" y="2802983"/>
                  <a:pt x="2786193" y="2928891"/>
                  <a:pt x="2665046" y="3063649"/>
                </a:cubicBezTo>
                <a:cubicBezTo>
                  <a:pt x="2448833" y="3303147"/>
                  <a:pt x="2196231" y="3498346"/>
                  <a:pt x="1925592" y="3668996"/>
                </a:cubicBezTo>
                <a:cubicBezTo>
                  <a:pt x="1508162" y="3932343"/>
                  <a:pt x="935335" y="4054479"/>
                  <a:pt x="423159" y="3891233"/>
                </a:cubicBezTo>
                <a:cubicBezTo>
                  <a:pt x="230243" y="3829638"/>
                  <a:pt x="97991" y="3668169"/>
                  <a:pt x="49307" y="3453122"/>
                </a:cubicBezTo>
                <a:cubicBezTo>
                  <a:pt x="0" y="3235367"/>
                  <a:pt x="6224" y="2993279"/>
                  <a:pt x="109069" y="2828751"/>
                </a:cubicBezTo>
                <a:cubicBezTo>
                  <a:pt x="187859" y="2703060"/>
                  <a:pt x="328501" y="2649605"/>
                  <a:pt x="435187" y="2556603"/>
                </a:cubicBezTo>
                <a:cubicBezTo>
                  <a:pt x="473226" y="2523532"/>
                  <a:pt x="506574" y="2485483"/>
                  <a:pt x="532228" y="2438809"/>
                </a:cubicBezTo>
                <a:cubicBezTo>
                  <a:pt x="600788" y="2314401"/>
                  <a:pt x="588899" y="2164566"/>
                  <a:pt x="548732" y="2027572"/>
                </a:cubicBezTo>
                <a:cubicBezTo>
                  <a:pt x="460322" y="1725210"/>
                  <a:pt x="257609" y="1440374"/>
                  <a:pt x="214488" y="1084622"/>
                </a:cubicBezTo>
                <a:cubicBezTo>
                  <a:pt x="224480" y="870925"/>
                  <a:pt x="131717" y="696068"/>
                  <a:pt x="570786" y="348035"/>
                </a:cubicBezTo>
                <a:cubicBezTo>
                  <a:pt x="1009855" y="0"/>
                  <a:pt x="1314313" y="348689"/>
                  <a:pt x="1457170" y="462181"/>
                </a:cubicBezTo>
                <a:cubicBezTo>
                  <a:pt x="1600027" y="575675"/>
                  <a:pt x="1959206" y="1001514"/>
                  <a:pt x="2227449" y="1194413"/>
                </a:cubicBezTo>
                <a:cubicBezTo>
                  <a:pt x="2412531" y="1327357"/>
                  <a:pt x="2613381" y="1516485"/>
                  <a:pt x="2767601" y="1751322"/>
                </a:cubicBezTo>
                <a:cubicBezTo>
                  <a:pt x="2778678" y="1767984"/>
                  <a:pt x="2789464" y="1785192"/>
                  <a:pt x="2799694" y="1801956"/>
                </a:cubicBezTo>
                <a:cubicBezTo>
                  <a:pt x="2952416" y="2052248"/>
                  <a:pt x="3048290" y="2352222"/>
                  <a:pt x="2980136" y="2606984"/>
                </a:cubicBezTo>
                <a:lnTo>
                  <a:pt x="2980301" y="2607276"/>
                </a:ln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5438459" y="2523757"/>
            <a:ext cx="1745922" cy="2563228"/>
          </a:xfrm>
          <a:custGeom>
            <a:avLst/>
            <a:gdLst/>
            <a:ahLst/>
            <a:cxnLst/>
            <a:rect l="l" t="t" r="r" b="b"/>
            <a:pathLst>
              <a:path w="1745922" h="2563228">
                <a:moveTo>
                  <a:pt x="1140837" y="824230"/>
                </a:moveTo>
                <a:cubicBezTo>
                  <a:pt x="1323916" y="1078623"/>
                  <a:pt x="1639654" y="1277215"/>
                  <a:pt x="1709722" y="1584718"/>
                </a:cubicBezTo>
                <a:cubicBezTo>
                  <a:pt x="1745922" y="1744459"/>
                  <a:pt x="1697983" y="1893546"/>
                  <a:pt x="1622098" y="2013434"/>
                </a:cubicBezTo>
                <a:cubicBezTo>
                  <a:pt x="1417534" y="2337181"/>
                  <a:pt x="925663" y="2563228"/>
                  <a:pt x="483923" y="2332723"/>
                </a:cubicBezTo>
                <a:cubicBezTo>
                  <a:pt x="336689" y="2256053"/>
                  <a:pt x="206871" y="2088032"/>
                  <a:pt x="231752" y="1945627"/>
                </a:cubicBezTo>
                <a:cubicBezTo>
                  <a:pt x="243324" y="1879435"/>
                  <a:pt x="284948" y="1829284"/>
                  <a:pt x="317309" y="1774685"/>
                </a:cubicBezTo>
                <a:cubicBezTo>
                  <a:pt x="508413" y="1452334"/>
                  <a:pt x="336637" y="1043305"/>
                  <a:pt x="158046" y="671995"/>
                </a:cubicBezTo>
                <a:cubicBezTo>
                  <a:pt x="0" y="343916"/>
                  <a:pt x="168186" y="0"/>
                  <a:pt x="539618" y="135407"/>
                </a:cubicBezTo>
                <a:cubicBezTo>
                  <a:pt x="816379" y="236575"/>
                  <a:pt x="979889" y="601561"/>
                  <a:pt x="1140392" y="824674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2578636" y="4064"/>
            <a:ext cx="1635411" cy="6839748"/>
          </a:xfrm>
          <a:custGeom>
            <a:avLst/>
            <a:gdLst/>
            <a:ahLst/>
            <a:cxnLst/>
            <a:rect l="l" t="t" r="r" b="b"/>
            <a:pathLst>
              <a:path w="1635411" h="6839748">
                <a:moveTo>
                  <a:pt x="149509" y="6839748"/>
                </a:moveTo>
                <a:lnTo>
                  <a:pt x="109120" y="6672083"/>
                </a:lnTo>
                <a:cubicBezTo>
                  <a:pt x="0" y="6077749"/>
                  <a:pt x="38077" y="5404827"/>
                  <a:pt x="335095" y="4969763"/>
                </a:cubicBezTo>
                <a:cubicBezTo>
                  <a:pt x="552992" y="4649418"/>
                  <a:pt x="940477" y="4539044"/>
                  <a:pt x="1223312" y="4301489"/>
                </a:cubicBezTo>
                <a:cubicBezTo>
                  <a:pt x="1322944" y="4217567"/>
                  <a:pt x="1409578" y="4117821"/>
                  <a:pt x="1471648" y="3988269"/>
                </a:cubicBezTo>
                <a:cubicBezTo>
                  <a:pt x="1635411" y="3646194"/>
                  <a:pt x="1537052" y="3223310"/>
                  <a:pt x="1348370" y="2853422"/>
                </a:cubicBezTo>
                <a:cubicBezTo>
                  <a:pt x="940308" y="2048318"/>
                  <a:pt x="194746" y="1344510"/>
                  <a:pt x="55515" y="405945"/>
                </a:cubicBezTo>
                <a:cubicBezTo>
                  <a:pt x="37220" y="282801"/>
                  <a:pt x="33317" y="111465"/>
                  <a:pt x="41949" y="0"/>
                </a:cubicBez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3078295" y="0"/>
            <a:ext cx="1402439" cy="6858000"/>
          </a:xfrm>
          <a:custGeom>
            <a:avLst/>
            <a:gdLst/>
            <a:ahLst/>
            <a:cxnLst/>
            <a:rect l="l" t="t" r="r" b="b"/>
            <a:pathLst>
              <a:path w="1402439" h="6858000">
                <a:moveTo>
                  <a:pt x="285176" y="6858000"/>
                </a:moveTo>
                <a:lnTo>
                  <a:pt x="208624" y="6713993"/>
                </a:lnTo>
                <a:cubicBezTo>
                  <a:pt x="158289" y="6601822"/>
                  <a:pt x="120693" y="6479097"/>
                  <a:pt x="96501" y="6349709"/>
                </a:cubicBezTo>
                <a:cubicBezTo>
                  <a:pt x="0" y="5840070"/>
                  <a:pt x="30674" y="5264722"/>
                  <a:pt x="283568" y="4890555"/>
                </a:cubicBezTo>
                <a:cubicBezTo>
                  <a:pt x="470016" y="4613466"/>
                  <a:pt x="801702" y="4515079"/>
                  <a:pt x="1044989" y="4309746"/>
                </a:cubicBezTo>
                <a:cubicBezTo>
                  <a:pt x="1130913" y="4237318"/>
                  <a:pt x="1205659" y="4151606"/>
                  <a:pt x="1259540" y="4040684"/>
                </a:cubicBezTo>
                <a:cubicBezTo>
                  <a:pt x="1402439" y="3747872"/>
                  <a:pt x="1324931" y="3387446"/>
                  <a:pt x="1172132" y="3069540"/>
                </a:cubicBezTo>
                <a:cubicBezTo>
                  <a:pt x="839511" y="2377961"/>
                  <a:pt x="221963" y="1766341"/>
                  <a:pt x="105016" y="958484"/>
                </a:cubicBezTo>
                <a:cubicBezTo>
                  <a:pt x="51200" y="587931"/>
                  <a:pt x="144443" y="277105"/>
                  <a:pt x="317563" y="39985"/>
                </a:cubicBezTo>
                <a:lnTo>
                  <a:pt x="350059" y="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76300" y="495300"/>
            <a:ext cx="104394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indent="0" algn="ctr">
              <a:lnSpc>
                <a:spcPct val="133000"/>
              </a:lnSpc>
              <a:spcBef>
                <a:spcPts val="1000"/>
              </a:spcBef>
              <a:defRPr/>
            </a:pPr>
            <a:r>
              <a:rPr lang="en-US" sz="59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76300" y="3479800"/>
            <a:ext cx="10439400" cy="2654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6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智能体的一般架构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0"/>
            <a:ext cx="1148257" cy="620298"/>
          </a:xfrm>
          <a:custGeom>
            <a:avLst/>
            <a:gdLst/>
            <a:ahLst/>
            <a:cxnLst/>
            <a:rect l="l" t="t" r="r" b="b"/>
            <a:pathLst>
              <a:path w="1148257" h="620298">
                <a:moveTo>
                  <a:pt x="0" y="168928"/>
                </a:moveTo>
                <a:lnTo>
                  <a:pt x="92048" y="181900"/>
                </a:lnTo>
                <a:cubicBezTo>
                  <a:pt x="129254" y="190750"/>
                  <a:pt x="167165" y="203411"/>
                  <a:pt x="205692" y="220189"/>
                </a:cubicBezTo>
                <a:cubicBezTo>
                  <a:pt x="460646" y="331299"/>
                  <a:pt x="839075" y="620298"/>
                  <a:pt x="1038515" y="213984"/>
                </a:cubicBezTo>
                <a:lnTo>
                  <a:pt x="1148257" y="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797800" y="5943600"/>
            <a:ext cx="36576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200" y="254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智能体的一般结构图</a:t>
            </a:r>
            <a:endParaRPr lang="en-US" sz="1100"/>
          </a:p>
        </p:txBody>
      </p:sp>
      <p:pic>
        <p:nvPicPr>
          <p:cNvPr id="39" name="图片 38"/>
          <p:cNvPicPr/>
          <p:nvPr/>
        </p:nvPicPr>
        <p:blipFill>
          <a:blip r:embed="rId1"/>
          <a:srcRect l="17664" t="682" r="15020" b="19987"/>
          <a:stretch>
            <a:fillRect/>
          </a:stretch>
        </p:blipFill>
        <p:spPr>
          <a:xfrm>
            <a:off x="6184900" y="1979930"/>
            <a:ext cx="5270500" cy="3838575"/>
          </a:xfrm>
          <a:prstGeom prst="rect">
            <a:avLst/>
          </a:prstGeom>
        </p:spPr>
      </p:pic>
      <p:sp>
        <p:nvSpPr>
          <p:cNvPr id="40" name="AutoShape 3"/>
          <p:cNvSpPr/>
          <p:nvPr/>
        </p:nvSpPr>
        <p:spPr>
          <a:xfrm>
            <a:off x="444500" y="927100"/>
            <a:ext cx="5334000" cy="89154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1031240"/>
            <a:ext cx="711200" cy="711200"/>
          </a:xfrm>
          <a:prstGeom prst="rect">
            <a:avLst/>
          </a:prstGeom>
        </p:spPr>
      </p:pic>
      <p:sp>
        <p:nvSpPr>
          <p:cNvPr id="42" name="AutoShape 5"/>
          <p:cNvSpPr/>
          <p:nvPr/>
        </p:nvSpPr>
        <p:spPr>
          <a:xfrm>
            <a:off x="1587500" y="92837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模型：智能体的“大脑”</a:t>
            </a:r>
            <a:endParaRPr lang="en-US" sz="1100"/>
          </a:p>
        </p:txBody>
      </p:sp>
      <p:sp>
        <p:nvSpPr>
          <p:cNvPr id="43" name="AutoShape 6"/>
          <p:cNvSpPr/>
          <p:nvPr/>
        </p:nvSpPr>
        <p:spPr>
          <a:xfrm>
            <a:off x="1587500" y="134747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负责核心的“思考”过程，基于输入信息进行理解、推理与决策生成。</a:t>
            </a:r>
            <a:endParaRPr lang="en-US" sz="1100"/>
          </a:p>
        </p:txBody>
      </p:sp>
      <p:sp>
        <p:nvSpPr>
          <p:cNvPr id="44" name="AutoShape 7"/>
          <p:cNvSpPr/>
          <p:nvPr/>
        </p:nvSpPr>
        <p:spPr>
          <a:xfrm>
            <a:off x="444500" y="1893570"/>
            <a:ext cx="5334000" cy="84455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2036445"/>
            <a:ext cx="711200" cy="598805"/>
          </a:xfrm>
          <a:prstGeom prst="rect">
            <a:avLst/>
          </a:prstGeom>
        </p:spPr>
      </p:pic>
      <p:sp>
        <p:nvSpPr>
          <p:cNvPr id="46" name="AutoShape 9"/>
          <p:cNvSpPr/>
          <p:nvPr/>
        </p:nvSpPr>
        <p:spPr>
          <a:xfrm>
            <a:off x="1587500" y="1960245"/>
            <a:ext cx="3937000" cy="3206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提示词 / 角色：身份与规则</a:t>
            </a:r>
            <a:endParaRPr lang="en-US" sz="1100"/>
          </a:p>
        </p:txBody>
      </p:sp>
      <p:sp>
        <p:nvSpPr>
          <p:cNvPr id="47" name="AutoShape 10"/>
          <p:cNvSpPr/>
          <p:nvPr/>
        </p:nvSpPr>
        <p:spPr>
          <a:xfrm>
            <a:off x="1587500" y="2317750"/>
            <a:ext cx="3810000" cy="4279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规定“它是谁、该怎么做、不能做什么”，为智能体设定具体的行为准则。</a:t>
            </a:r>
            <a:endParaRPr lang="en-US" sz="1100"/>
          </a:p>
        </p:txBody>
      </p:sp>
      <p:sp>
        <p:nvSpPr>
          <p:cNvPr id="48" name="AutoShape 11"/>
          <p:cNvSpPr/>
          <p:nvPr/>
        </p:nvSpPr>
        <p:spPr>
          <a:xfrm>
            <a:off x="444500" y="2974340"/>
            <a:ext cx="5334000" cy="835025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9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500" y="3202940"/>
            <a:ext cx="711200" cy="492125"/>
          </a:xfrm>
          <a:prstGeom prst="rect">
            <a:avLst/>
          </a:prstGeom>
        </p:spPr>
      </p:pic>
      <p:sp>
        <p:nvSpPr>
          <p:cNvPr id="50" name="AutoShape 13"/>
          <p:cNvSpPr/>
          <p:nvPr/>
        </p:nvSpPr>
        <p:spPr>
          <a:xfrm>
            <a:off x="1587500" y="3002280"/>
            <a:ext cx="3937000" cy="263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知识库：专属资料库</a:t>
            </a:r>
            <a:endParaRPr lang="en-US" sz="1100"/>
          </a:p>
        </p:txBody>
      </p:sp>
      <p:sp>
        <p:nvSpPr>
          <p:cNvPr id="51" name="AutoShape 14"/>
          <p:cNvSpPr/>
          <p:nvPr/>
        </p:nvSpPr>
        <p:spPr>
          <a:xfrm>
            <a:off x="1587500" y="3407410"/>
            <a:ext cx="3810000" cy="3517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决定“它掌握哪些专有资料”，提供领域文档、历史数据等专业知识支撑。</a:t>
            </a:r>
            <a:endParaRPr lang="en-US" sz="1100"/>
          </a:p>
        </p:txBody>
      </p:sp>
      <p:sp>
        <p:nvSpPr>
          <p:cNvPr id="52" name="AutoShape 15"/>
          <p:cNvSpPr/>
          <p:nvPr/>
        </p:nvSpPr>
        <p:spPr>
          <a:xfrm>
            <a:off x="444500" y="3901440"/>
            <a:ext cx="5334000" cy="744220"/>
          </a:xfrm>
          <a:prstGeom prst="roundRect">
            <a:avLst>
              <a:gd name="adj" fmla="val 1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3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500" y="4053840"/>
            <a:ext cx="711200" cy="520700"/>
          </a:xfrm>
          <a:prstGeom prst="rect">
            <a:avLst/>
          </a:prstGeom>
        </p:spPr>
      </p:pic>
      <p:sp>
        <p:nvSpPr>
          <p:cNvPr id="54" name="AutoShape 17"/>
          <p:cNvSpPr/>
          <p:nvPr/>
        </p:nvSpPr>
        <p:spPr>
          <a:xfrm>
            <a:off x="1587500" y="4028440"/>
            <a:ext cx="3937000" cy="241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工具：可执行的“手脚”</a:t>
            </a:r>
            <a:endParaRPr lang="en-US" sz="1100"/>
          </a:p>
        </p:txBody>
      </p:sp>
      <p:sp>
        <p:nvSpPr>
          <p:cNvPr id="55" name="AutoShape 18"/>
          <p:cNvSpPr/>
          <p:nvPr/>
        </p:nvSpPr>
        <p:spPr>
          <a:xfrm>
            <a:off x="1587500" y="4301490"/>
            <a:ext cx="4011295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决定“它能动哪些手脚”，赋予调用API、搜索等外部操作能力。</a:t>
            </a:r>
            <a:endParaRPr lang="en-US" sz="1100"/>
          </a:p>
        </p:txBody>
      </p:sp>
      <p:sp>
        <p:nvSpPr>
          <p:cNvPr id="56" name="AutoShape 19"/>
          <p:cNvSpPr/>
          <p:nvPr/>
        </p:nvSpPr>
        <p:spPr>
          <a:xfrm>
            <a:off x="393700" y="4699635"/>
            <a:ext cx="5334000" cy="815975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7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" y="4739005"/>
            <a:ext cx="711200" cy="711200"/>
          </a:xfrm>
          <a:prstGeom prst="rect">
            <a:avLst/>
          </a:prstGeom>
        </p:spPr>
      </p:pic>
      <p:sp>
        <p:nvSpPr>
          <p:cNvPr id="58" name="AutoShape 21"/>
          <p:cNvSpPr/>
          <p:nvPr/>
        </p:nvSpPr>
        <p:spPr>
          <a:xfrm>
            <a:off x="1536700" y="465709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工作流：任务执行规划</a:t>
            </a:r>
            <a:endParaRPr lang="en-US" sz="1100"/>
          </a:p>
        </p:txBody>
      </p:sp>
      <p:sp>
        <p:nvSpPr>
          <p:cNvPr id="59" name="AutoShape 22"/>
          <p:cNvSpPr/>
          <p:nvPr/>
        </p:nvSpPr>
        <p:spPr>
          <a:xfrm>
            <a:off x="1536700" y="500761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决定“先做什么、后做什么”，将复杂任务拆解为有序的执行步骤。</a:t>
            </a:r>
            <a:endParaRPr lang="en-US" sz="1100"/>
          </a:p>
        </p:txBody>
      </p:sp>
      <p:sp>
        <p:nvSpPr>
          <p:cNvPr id="60" name="AutoShape 23"/>
          <p:cNvSpPr/>
          <p:nvPr/>
        </p:nvSpPr>
        <p:spPr>
          <a:xfrm>
            <a:off x="393700" y="5584190"/>
            <a:ext cx="5334000" cy="74803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1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" y="5812790"/>
            <a:ext cx="711200" cy="440690"/>
          </a:xfrm>
          <a:prstGeom prst="rect">
            <a:avLst/>
          </a:prstGeom>
        </p:spPr>
      </p:pic>
      <p:sp>
        <p:nvSpPr>
          <p:cNvPr id="62" name="AutoShape 25"/>
          <p:cNvSpPr/>
          <p:nvPr/>
        </p:nvSpPr>
        <p:spPr>
          <a:xfrm>
            <a:off x="1536700" y="5582285"/>
            <a:ext cx="3937000" cy="2362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记忆：上下文延续性</a:t>
            </a:r>
            <a:endParaRPr lang="en-US" sz="1100"/>
          </a:p>
        </p:txBody>
      </p:sp>
      <p:sp>
        <p:nvSpPr>
          <p:cNvPr id="63" name="AutoShape 26"/>
          <p:cNvSpPr/>
          <p:nvPr/>
        </p:nvSpPr>
        <p:spPr>
          <a:xfrm>
            <a:off x="1587500" y="5944870"/>
            <a:ext cx="3810000" cy="3149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决定“能否延续上下文”，存储历史对话记录，确保交互逻辑的连贯性。</a:t>
            </a:r>
            <a:endParaRPr lang="en-US" sz="1100"/>
          </a:p>
        </p:txBody>
      </p:sp>
      <p:sp>
        <p:nvSpPr>
          <p:cNvPr id="64" name="AutoShape 27"/>
          <p:cNvSpPr/>
          <p:nvPr/>
        </p:nvSpPr>
        <p:spPr>
          <a:xfrm>
            <a:off x="6121400" y="915670"/>
            <a:ext cx="5334000" cy="9779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5" name="Picture 2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75400" y="1144270"/>
            <a:ext cx="711200" cy="711200"/>
          </a:xfrm>
          <a:prstGeom prst="rect">
            <a:avLst/>
          </a:prstGeom>
        </p:spPr>
      </p:pic>
      <p:sp>
        <p:nvSpPr>
          <p:cNvPr id="66" name="AutoShape 29"/>
          <p:cNvSpPr/>
          <p:nvPr/>
        </p:nvSpPr>
        <p:spPr>
          <a:xfrm>
            <a:off x="7264400" y="100457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权限控制：安全边界</a:t>
            </a:r>
            <a:endParaRPr lang="en-US" sz="1100"/>
          </a:p>
        </p:txBody>
      </p:sp>
      <p:sp>
        <p:nvSpPr>
          <p:cNvPr id="67" name="AutoShape 30"/>
          <p:cNvSpPr/>
          <p:nvPr/>
        </p:nvSpPr>
        <p:spPr>
          <a:xfrm>
            <a:off x="7264400" y="138557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决定“它能做到哪一步就必须停下来”，设定操作阈值，防止越权风险。</a:t>
            </a:r>
            <a:endParaRPr lang="en-US" sz="1100"/>
          </a:p>
        </p:txBody>
      </p:sp>
      <p:sp>
        <p:nvSpPr>
          <p:cNvPr id="70" name="文本框 69"/>
          <p:cNvSpPr txBox="1"/>
          <p:nvPr/>
        </p:nvSpPr>
        <p:spPr>
          <a:xfrm>
            <a:off x="8585200" y="5876925"/>
            <a:ext cx="220027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Agent</a:t>
            </a:r>
            <a:r>
              <a:rPr lang="zh-CN" altLang="en-US" sz="1200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工作流</a:t>
            </a:r>
            <a:endParaRPr lang="zh-CN" altLang="en-US" sz="1200">
              <a:solidFill>
                <a:srgbClr val="64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7900" y="0"/>
            <a:ext cx="4074645" cy="6848941"/>
          </a:xfrm>
          <a:custGeom>
            <a:avLst/>
            <a:gdLst/>
            <a:ahLst/>
            <a:cxnLst/>
            <a:rect l="l" t="t" r="r" b="b"/>
            <a:pathLst>
              <a:path w="4074645" h="6848941">
                <a:moveTo>
                  <a:pt x="0" y="0"/>
                </a:moveTo>
                <a:lnTo>
                  <a:pt x="30660" y="28644"/>
                </a:lnTo>
                <a:cubicBezTo>
                  <a:pt x="721592" y="671979"/>
                  <a:pt x="1211182" y="744555"/>
                  <a:pt x="1931065" y="948586"/>
                </a:cubicBezTo>
                <a:cubicBezTo>
                  <a:pt x="2492802" y="1107860"/>
                  <a:pt x="3013420" y="1533120"/>
                  <a:pt x="3409201" y="2084643"/>
                </a:cubicBezTo>
                <a:cubicBezTo>
                  <a:pt x="3437454" y="2123973"/>
                  <a:pt x="3464921" y="2163776"/>
                  <a:pt x="3490918" y="2203515"/>
                </a:cubicBezTo>
                <a:cubicBezTo>
                  <a:pt x="3877724" y="2793404"/>
                  <a:pt x="4074645" y="3540787"/>
                  <a:pt x="3869421" y="4131540"/>
                </a:cubicBezTo>
                <a:cubicBezTo>
                  <a:pt x="3869447" y="4131375"/>
                  <a:pt x="3869472" y="4131208"/>
                  <a:pt x="3869498" y="4131045"/>
                </a:cubicBezTo>
                <a:cubicBezTo>
                  <a:pt x="3675885" y="4688625"/>
                  <a:pt x="3322916" y="4945522"/>
                  <a:pt x="2836095" y="5398505"/>
                </a:cubicBezTo>
                <a:cubicBezTo>
                  <a:pt x="2349275" y="5851488"/>
                  <a:pt x="1543566" y="6471482"/>
                  <a:pt x="948576" y="6848941"/>
                </a:cubicBez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5588000" y="0"/>
            <a:ext cx="4056090" cy="6858000"/>
          </a:xfrm>
          <a:custGeom>
            <a:avLst/>
            <a:gdLst/>
            <a:ahLst/>
            <a:cxnLst/>
            <a:rect l="l" t="t" r="r" b="b"/>
            <a:pathLst>
              <a:path w="4056090" h="6858000">
                <a:moveTo>
                  <a:pt x="0" y="0"/>
                </a:moveTo>
                <a:lnTo>
                  <a:pt x="89786" y="69221"/>
                </a:lnTo>
                <a:cubicBezTo>
                  <a:pt x="239961" y="191912"/>
                  <a:pt x="394453" y="330373"/>
                  <a:pt x="557794" y="479798"/>
                </a:cubicBezTo>
                <a:cubicBezTo>
                  <a:pt x="1174262" y="1043595"/>
                  <a:pt x="1591032" y="1176097"/>
                  <a:pt x="2208273" y="1383678"/>
                </a:cubicBezTo>
                <a:cubicBezTo>
                  <a:pt x="2684642" y="1543736"/>
                  <a:pt x="3132694" y="1915719"/>
                  <a:pt x="3474631" y="2398231"/>
                </a:cubicBezTo>
                <a:cubicBezTo>
                  <a:pt x="3499195" y="2432978"/>
                  <a:pt x="3523024" y="2467687"/>
                  <a:pt x="3545396" y="2502344"/>
                </a:cubicBezTo>
                <a:cubicBezTo>
                  <a:pt x="3880109" y="3018194"/>
                  <a:pt x="4056090" y="3666388"/>
                  <a:pt x="3882023" y="4183546"/>
                </a:cubicBezTo>
                <a:lnTo>
                  <a:pt x="3881097" y="4183178"/>
                </a:lnTo>
                <a:cubicBezTo>
                  <a:pt x="3721075" y="4659034"/>
                  <a:pt x="3337296" y="4950308"/>
                  <a:pt x="3014144" y="5267187"/>
                </a:cubicBezTo>
                <a:cubicBezTo>
                  <a:pt x="2436666" y="5833454"/>
                  <a:pt x="1800286" y="6312548"/>
                  <a:pt x="1096032" y="6697536"/>
                </a:cubicBezTo>
                <a:cubicBezTo>
                  <a:pt x="999843" y="6750140"/>
                  <a:pt x="901179" y="6801162"/>
                  <a:pt x="800371" y="6849975"/>
                </a:cubicBezTo>
                <a:lnTo>
                  <a:pt x="782578" y="685800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3543640" y="175061"/>
            <a:ext cx="5462388" cy="6698830"/>
          </a:xfrm>
          <a:custGeom>
            <a:avLst/>
            <a:gdLst/>
            <a:ahLst/>
            <a:cxnLst/>
            <a:rect l="l" t="t" r="r" b="b"/>
            <a:pathLst>
              <a:path w="5462388" h="6698830">
                <a:moveTo>
                  <a:pt x="5321923" y="4017286"/>
                </a:moveTo>
                <a:cubicBezTo>
                  <a:pt x="5197821" y="4403913"/>
                  <a:pt x="4891426" y="4642267"/>
                  <a:pt x="4633715" y="4901460"/>
                </a:cubicBezTo>
                <a:cubicBezTo>
                  <a:pt x="4173291" y="5363907"/>
                  <a:pt x="3659024" y="5750774"/>
                  <a:pt x="3095260" y="6069671"/>
                </a:cubicBezTo>
                <a:cubicBezTo>
                  <a:pt x="2431527" y="6445337"/>
                  <a:pt x="1602916" y="6698829"/>
                  <a:pt x="808833" y="6571080"/>
                </a:cubicBezTo>
                <a:cubicBezTo>
                  <a:pt x="418312" y="6508518"/>
                  <a:pt x="164265" y="6180872"/>
                  <a:pt x="82461" y="5759638"/>
                </a:cubicBezTo>
                <a:cubicBezTo>
                  <a:pt x="0" y="5342747"/>
                  <a:pt x="22404" y="4873319"/>
                  <a:pt x="227718" y="4565471"/>
                </a:cubicBezTo>
                <a:cubicBezTo>
                  <a:pt x="379500" y="4335613"/>
                  <a:pt x="650673" y="4251082"/>
                  <a:pt x="850775" y="4081067"/>
                </a:cubicBezTo>
                <a:cubicBezTo>
                  <a:pt x="921515" y="4020882"/>
                  <a:pt x="983065" y="3950143"/>
                  <a:pt x="1028390" y="3859679"/>
                </a:cubicBezTo>
                <a:cubicBezTo>
                  <a:pt x="1148235" y="3620489"/>
                  <a:pt x="1092757" y="3326840"/>
                  <a:pt x="977311" y="3066451"/>
                </a:cubicBezTo>
                <a:cubicBezTo>
                  <a:pt x="725520" y="2498239"/>
                  <a:pt x="243647" y="1988653"/>
                  <a:pt x="150671" y="1323578"/>
                </a:cubicBezTo>
                <a:cubicBezTo>
                  <a:pt x="52980" y="627733"/>
                  <a:pt x="561288" y="191436"/>
                  <a:pt x="1029456" y="100385"/>
                </a:cubicBezTo>
                <a:cubicBezTo>
                  <a:pt x="1544395" y="0"/>
                  <a:pt x="1987174" y="256714"/>
                  <a:pt x="2563666" y="772108"/>
                </a:cubicBezTo>
                <a:cubicBezTo>
                  <a:pt x="3095741" y="1247886"/>
                  <a:pt x="3432937" y="1436381"/>
                  <a:pt x="3938814" y="1643937"/>
                </a:cubicBezTo>
                <a:cubicBezTo>
                  <a:pt x="4321754" y="1801201"/>
                  <a:pt x="4691552" y="2115423"/>
                  <a:pt x="4974347" y="2521226"/>
                </a:cubicBezTo>
                <a:cubicBezTo>
                  <a:pt x="4994715" y="2550031"/>
                  <a:pt x="5014031" y="2579431"/>
                  <a:pt x="5032892" y="2608655"/>
                </a:cubicBezTo>
                <a:cubicBezTo>
                  <a:pt x="5310364" y="3041761"/>
                  <a:pt x="5462388" y="3581144"/>
                  <a:pt x="5322189" y="4017135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4226926" y="1066583"/>
            <a:ext cx="4153954" cy="5160141"/>
          </a:xfrm>
          <a:custGeom>
            <a:avLst/>
            <a:gdLst/>
            <a:ahLst/>
            <a:cxnLst/>
            <a:rect l="l" t="t" r="r" b="b"/>
            <a:pathLst>
              <a:path w="4153954" h="5160141">
                <a:moveTo>
                  <a:pt x="4052388" y="3149781"/>
                </a:moveTo>
                <a:cubicBezTo>
                  <a:pt x="3967136" y="3433055"/>
                  <a:pt x="3749225" y="3610590"/>
                  <a:pt x="3565435" y="3802360"/>
                </a:cubicBezTo>
                <a:cubicBezTo>
                  <a:pt x="3236859" y="4144217"/>
                  <a:pt x="2863666" y="4426411"/>
                  <a:pt x="2458873" y="4665946"/>
                </a:cubicBezTo>
                <a:cubicBezTo>
                  <a:pt x="1928800" y="4979343"/>
                  <a:pt x="1238981" y="5160141"/>
                  <a:pt x="599483" y="5016529"/>
                </a:cubicBezTo>
                <a:cubicBezTo>
                  <a:pt x="315459" y="4952726"/>
                  <a:pt x="127943" y="4716834"/>
                  <a:pt x="63883" y="4407299"/>
                </a:cubicBezTo>
                <a:cubicBezTo>
                  <a:pt x="0" y="4098078"/>
                  <a:pt x="12942" y="3751495"/>
                  <a:pt x="163129" y="3521485"/>
                </a:cubicBezTo>
                <a:cubicBezTo>
                  <a:pt x="275406" y="3348067"/>
                  <a:pt x="476028" y="3280604"/>
                  <a:pt x="625529" y="3152309"/>
                </a:cubicBezTo>
                <a:cubicBezTo>
                  <a:pt x="678411" y="3107109"/>
                  <a:pt x="724892" y="3054163"/>
                  <a:pt x="759467" y="2987247"/>
                </a:cubicBezTo>
                <a:cubicBezTo>
                  <a:pt x="851578" y="2810336"/>
                  <a:pt x="819383" y="2594791"/>
                  <a:pt x="744525" y="2400977"/>
                </a:cubicBezTo>
                <a:cubicBezTo>
                  <a:pt x="580976" y="1976797"/>
                  <a:pt x="249788" y="1588824"/>
                  <a:pt x="183625" y="1091327"/>
                </a:cubicBezTo>
                <a:cubicBezTo>
                  <a:pt x="114318" y="571961"/>
                  <a:pt x="471160" y="247717"/>
                  <a:pt x="780648" y="132594"/>
                </a:cubicBezTo>
                <a:cubicBezTo>
                  <a:pt x="1138150" y="0"/>
                  <a:pt x="1489543" y="93604"/>
                  <a:pt x="1963402" y="504727"/>
                </a:cubicBezTo>
                <a:cubicBezTo>
                  <a:pt x="2388449" y="873738"/>
                  <a:pt x="2633738" y="1101233"/>
                  <a:pt x="3010621" y="1298629"/>
                </a:cubicBezTo>
                <a:cubicBezTo>
                  <a:pt x="3287052" y="1443613"/>
                  <a:pt x="3564840" y="1688748"/>
                  <a:pt x="3778099" y="2001727"/>
                </a:cubicBezTo>
                <a:cubicBezTo>
                  <a:pt x="3793613" y="2024244"/>
                  <a:pt x="3808215" y="2046877"/>
                  <a:pt x="3822398" y="2069342"/>
                </a:cubicBezTo>
                <a:cubicBezTo>
                  <a:pt x="4032248" y="2403493"/>
                  <a:pt x="4153954" y="2812977"/>
                  <a:pt x="4052502" y="3150531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4781207" y="1644092"/>
            <a:ext cx="3048290" cy="4054479"/>
          </a:xfrm>
          <a:custGeom>
            <a:avLst/>
            <a:gdLst/>
            <a:ahLst/>
            <a:cxnLst/>
            <a:rect l="l" t="t" r="r" b="b"/>
            <a:pathLst>
              <a:path w="3048290" h="4054479">
                <a:moveTo>
                  <a:pt x="2980301" y="2607276"/>
                </a:moveTo>
                <a:cubicBezTo>
                  <a:pt x="2927953" y="2802983"/>
                  <a:pt x="2786193" y="2928891"/>
                  <a:pt x="2665046" y="3063649"/>
                </a:cubicBezTo>
                <a:cubicBezTo>
                  <a:pt x="2448833" y="3303147"/>
                  <a:pt x="2196231" y="3498346"/>
                  <a:pt x="1925592" y="3668996"/>
                </a:cubicBezTo>
                <a:cubicBezTo>
                  <a:pt x="1508162" y="3932343"/>
                  <a:pt x="935335" y="4054479"/>
                  <a:pt x="423159" y="3891233"/>
                </a:cubicBezTo>
                <a:cubicBezTo>
                  <a:pt x="230243" y="3829638"/>
                  <a:pt x="97991" y="3668169"/>
                  <a:pt x="49307" y="3453122"/>
                </a:cubicBezTo>
                <a:cubicBezTo>
                  <a:pt x="0" y="3235367"/>
                  <a:pt x="6224" y="2993279"/>
                  <a:pt x="109069" y="2828751"/>
                </a:cubicBezTo>
                <a:cubicBezTo>
                  <a:pt x="187859" y="2703060"/>
                  <a:pt x="328501" y="2649605"/>
                  <a:pt x="435187" y="2556603"/>
                </a:cubicBezTo>
                <a:cubicBezTo>
                  <a:pt x="473226" y="2523532"/>
                  <a:pt x="506574" y="2485483"/>
                  <a:pt x="532228" y="2438809"/>
                </a:cubicBezTo>
                <a:cubicBezTo>
                  <a:pt x="600788" y="2314401"/>
                  <a:pt x="588899" y="2164566"/>
                  <a:pt x="548732" y="2027572"/>
                </a:cubicBezTo>
                <a:cubicBezTo>
                  <a:pt x="460322" y="1725210"/>
                  <a:pt x="257609" y="1440374"/>
                  <a:pt x="214488" y="1084622"/>
                </a:cubicBezTo>
                <a:cubicBezTo>
                  <a:pt x="224480" y="870925"/>
                  <a:pt x="131717" y="696068"/>
                  <a:pt x="570786" y="348035"/>
                </a:cubicBezTo>
                <a:cubicBezTo>
                  <a:pt x="1009855" y="0"/>
                  <a:pt x="1314313" y="348689"/>
                  <a:pt x="1457170" y="462181"/>
                </a:cubicBezTo>
                <a:cubicBezTo>
                  <a:pt x="1600027" y="575675"/>
                  <a:pt x="1959206" y="1001514"/>
                  <a:pt x="2227449" y="1194413"/>
                </a:cubicBezTo>
                <a:cubicBezTo>
                  <a:pt x="2412531" y="1327357"/>
                  <a:pt x="2613381" y="1516485"/>
                  <a:pt x="2767601" y="1751322"/>
                </a:cubicBezTo>
                <a:cubicBezTo>
                  <a:pt x="2778678" y="1767984"/>
                  <a:pt x="2789464" y="1785192"/>
                  <a:pt x="2799694" y="1801956"/>
                </a:cubicBezTo>
                <a:cubicBezTo>
                  <a:pt x="2952416" y="2052248"/>
                  <a:pt x="3048290" y="2352222"/>
                  <a:pt x="2980136" y="2606984"/>
                </a:cubicBezTo>
                <a:lnTo>
                  <a:pt x="2980301" y="2607276"/>
                </a:ln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5438459" y="2523757"/>
            <a:ext cx="1745922" cy="2563228"/>
          </a:xfrm>
          <a:custGeom>
            <a:avLst/>
            <a:gdLst/>
            <a:ahLst/>
            <a:cxnLst/>
            <a:rect l="l" t="t" r="r" b="b"/>
            <a:pathLst>
              <a:path w="1745922" h="2563228">
                <a:moveTo>
                  <a:pt x="1140837" y="824230"/>
                </a:moveTo>
                <a:cubicBezTo>
                  <a:pt x="1323916" y="1078623"/>
                  <a:pt x="1639654" y="1277215"/>
                  <a:pt x="1709722" y="1584718"/>
                </a:cubicBezTo>
                <a:cubicBezTo>
                  <a:pt x="1745922" y="1744459"/>
                  <a:pt x="1697983" y="1893546"/>
                  <a:pt x="1622098" y="2013434"/>
                </a:cubicBezTo>
                <a:cubicBezTo>
                  <a:pt x="1417534" y="2337181"/>
                  <a:pt x="925663" y="2563228"/>
                  <a:pt x="483923" y="2332723"/>
                </a:cubicBezTo>
                <a:cubicBezTo>
                  <a:pt x="336689" y="2256053"/>
                  <a:pt x="206871" y="2088032"/>
                  <a:pt x="231752" y="1945627"/>
                </a:cubicBezTo>
                <a:cubicBezTo>
                  <a:pt x="243324" y="1879435"/>
                  <a:pt x="284948" y="1829284"/>
                  <a:pt x="317309" y="1774685"/>
                </a:cubicBezTo>
                <a:cubicBezTo>
                  <a:pt x="508413" y="1452334"/>
                  <a:pt x="336637" y="1043305"/>
                  <a:pt x="158046" y="671995"/>
                </a:cubicBezTo>
                <a:cubicBezTo>
                  <a:pt x="0" y="343916"/>
                  <a:pt x="168186" y="0"/>
                  <a:pt x="539618" y="135407"/>
                </a:cubicBezTo>
                <a:cubicBezTo>
                  <a:pt x="816379" y="236575"/>
                  <a:pt x="979889" y="601561"/>
                  <a:pt x="1140392" y="824674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2578636" y="4064"/>
            <a:ext cx="1635411" cy="6839748"/>
          </a:xfrm>
          <a:custGeom>
            <a:avLst/>
            <a:gdLst/>
            <a:ahLst/>
            <a:cxnLst/>
            <a:rect l="l" t="t" r="r" b="b"/>
            <a:pathLst>
              <a:path w="1635411" h="6839748">
                <a:moveTo>
                  <a:pt x="149509" y="6839748"/>
                </a:moveTo>
                <a:lnTo>
                  <a:pt x="109120" y="6672083"/>
                </a:lnTo>
                <a:cubicBezTo>
                  <a:pt x="0" y="6077749"/>
                  <a:pt x="38077" y="5404827"/>
                  <a:pt x="335095" y="4969763"/>
                </a:cubicBezTo>
                <a:cubicBezTo>
                  <a:pt x="552992" y="4649418"/>
                  <a:pt x="940477" y="4539044"/>
                  <a:pt x="1223312" y="4301489"/>
                </a:cubicBezTo>
                <a:cubicBezTo>
                  <a:pt x="1322944" y="4217567"/>
                  <a:pt x="1409578" y="4117821"/>
                  <a:pt x="1471648" y="3988269"/>
                </a:cubicBezTo>
                <a:cubicBezTo>
                  <a:pt x="1635411" y="3646194"/>
                  <a:pt x="1537052" y="3223310"/>
                  <a:pt x="1348370" y="2853422"/>
                </a:cubicBezTo>
                <a:cubicBezTo>
                  <a:pt x="940308" y="2048318"/>
                  <a:pt x="194746" y="1344510"/>
                  <a:pt x="55515" y="405945"/>
                </a:cubicBezTo>
                <a:cubicBezTo>
                  <a:pt x="37220" y="282801"/>
                  <a:pt x="33317" y="111465"/>
                  <a:pt x="41949" y="0"/>
                </a:cubicBez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3078295" y="0"/>
            <a:ext cx="1402439" cy="6858000"/>
          </a:xfrm>
          <a:custGeom>
            <a:avLst/>
            <a:gdLst/>
            <a:ahLst/>
            <a:cxnLst/>
            <a:rect l="l" t="t" r="r" b="b"/>
            <a:pathLst>
              <a:path w="1402439" h="6858000">
                <a:moveTo>
                  <a:pt x="285176" y="6858000"/>
                </a:moveTo>
                <a:lnTo>
                  <a:pt x="208624" y="6713993"/>
                </a:lnTo>
                <a:cubicBezTo>
                  <a:pt x="158289" y="6601822"/>
                  <a:pt x="120693" y="6479097"/>
                  <a:pt x="96501" y="6349709"/>
                </a:cubicBezTo>
                <a:cubicBezTo>
                  <a:pt x="0" y="5840070"/>
                  <a:pt x="30674" y="5264722"/>
                  <a:pt x="283568" y="4890555"/>
                </a:cubicBezTo>
                <a:cubicBezTo>
                  <a:pt x="470016" y="4613466"/>
                  <a:pt x="801702" y="4515079"/>
                  <a:pt x="1044989" y="4309746"/>
                </a:cubicBezTo>
                <a:cubicBezTo>
                  <a:pt x="1130913" y="4237318"/>
                  <a:pt x="1205659" y="4151606"/>
                  <a:pt x="1259540" y="4040684"/>
                </a:cubicBezTo>
                <a:cubicBezTo>
                  <a:pt x="1402439" y="3747872"/>
                  <a:pt x="1324931" y="3387446"/>
                  <a:pt x="1172132" y="3069540"/>
                </a:cubicBezTo>
                <a:cubicBezTo>
                  <a:pt x="839511" y="2377961"/>
                  <a:pt x="221963" y="1766341"/>
                  <a:pt x="105016" y="958484"/>
                </a:cubicBezTo>
                <a:cubicBezTo>
                  <a:pt x="51200" y="587931"/>
                  <a:pt x="144443" y="277105"/>
                  <a:pt x="317563" y="39985"/>
                </a:cubicBezTo>
                <a:lnTo>
                  <a:pt x="350059" y="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76300" y="495300"/>
            <a:ext cx="104394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indent="0" algn="ctr">
              <a:lnSpc>
                <a:spcPct val="133000"/>
              </a:lnSpc>
              <a:spcBef>
                <a:spcPts val="1000"/>
              </a:spcBef>
              <a:defRPr/>
            </a:pPr>
            <a:r>
              <a:rPr lang="en-US" sz="59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76300" y="3479800"/>
            <a:ext cx="10439400" cy="2654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6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智能体的风险与安全问题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61180" y="6038554"/>
            <a:ext cx="2219648" cy="842877"/>
          </a:xfrm>
          <a:custGeom>
            <a:avLst/>
            <a:gdLst/>
            <a:ahLst/>
            <a:cxnLst/>
            <a:rect l="l" t="t" r="r" b="b"/>
            <a:pathLst>
              <a:path w="2219648" h="842877">
                <a:moveTo>
                  <a:pt x="0" y="820105"/>
                </a:moveTo>
                <a:lnTo>
                  <a:pt x="9058" y="801602"/>
                </a:lnTo>
                <a:cubicBezTo>
                  <a:pt x="270206" y="364122"/>
                  <a:pt x="814247" y="0"/>
                  <a:pt x="1123206" y="340058"/>
                </a:cubicBezTo>
                <a:cubicBezTo>
                  <a:pt x="1269208" y="500864"/>
                  <a:pt x="1435856" y="842878"/>
                  <a:pt x="1749088" y="557928"/>
                </a:cubicBezTo>
                <a:cubicBezTo>
                  <a:pt x="1885671" y="433689"/>
                  <a:pt x="2024273" y="306830"/>
                  <a:pt x="2168089" y="222833"/>
                </a:cubicBezTo>
                <a:lnTo>
                  <a:pt x="2219648" y="197146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148257" cy="620298"/>
          </a:xfrm>
          <a:custGeom>
            <a:avLst/>
            <a:gdLst/>
            <a:ahLst/>
            <a:cxnLst/>
            <a:rect l="l" t="t" r="r" b="b"/>
            <a:pathLst>
              <a:path w="1148257" h="620298">
                <a:moveTo>
                  <a:pt x="0" y="168928"/>
                </a:moveTo>
                <a:lnTo>
                  <a:pt x="92048" y="181900"/>
                </a:lnTo>
                <a:cubicBezTo>
                  <a:pt x="129254" y="190750"/>
                  <a:pt x="167165" y="203411"/>
                  <a:pt x="205692" y="220189"/>
                </a:cubicBezTo>
                <a:cubicBezTo>
                  <a:pt x="460646" y="331299"/>
                  <a:pt x="839075" y="620298"/>
                  <a:pt x="1038515" y="213984"/>
                </a:cubicBezTo>
                <a:lnTo>
                  <a:pt x="1148257" y="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252980" y="6413500"/>
            <a:ext cx="365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98500" y="355600"/>
            <a:ext cx="10795000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智能体为什么风险更高？</a:t>
            </a:r>
            <a:endParaRPr lang="en-US" sz="1100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295400"/>
            <a:ext cx="4953000" cy="4819650"/>
          </a:xfrm>
          <a:prstGeom prst="rect">
            <a:avLst/>
          </a:prstGeom>
        </p:spPr>
      </p:pic>
      <p:sp>
        <p:nvSpPr>
          <p:cNvPr id="53" name="AutoShape 3"/>
          <p:cNvSpPr/>
          <p:nvPr>
            <p:custDataLst>
              <p:tags r:id="rId2"/>
            </p:custDataLst>
          </p:nvPr>
        </p:nvSpPr>
        <p:spPr>
          <a:xfrm>
            <a:off x="6172200" y="101600"/>
            <a:ext cx="5524500" cy="15494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AutoShape 4"/>
          <p:cNvSpPr/>
          <p:nvPr>
            <p:custDataLst>
              <p:tags r:id="rId3"/>
            </p:custDataLst>
          </p:nvPr>
        </p:nvSpPr>
        <p:spPr>
          <a:xfrm>
            <a:off x="6426200" y="241300"/>
            <a:ext cx="1016000" cy="1016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5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0200" y="495300"/>
            <a:ext cx="508000" cy="508000"/>
          </a:xfrm>
          <a:prstGeom prst="rect">
            <a:avLst/>
          </a:prstGeom>
        </p:spPr>
      </p:pic>
      <p:sp>
        <p:nvSpPr>
          <p:cNvPr id="56" name="AutoShape 6"/>
          <p:cNvSpPr/>
          <p:nvPr>
            <p:custDataLst>
              <p:tags r:id="rId7"/>
            </p:custDataLst>
          </p:nvPr>
        </p:nvSpPr>
        <p:spPr>
          <a:xfrm>
            <a:off x="7696200" y="1778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模型不理解现实后果</a:t>
            </a:r>
            <a:endParaRPr lang="en-US" sz="1100"/>
          </a:p>
        </p:txBody>
      </p:sp>
      <p:sp>
        <p:nvSpPr>
          <p:cNvPr id="57" name="AutoShape 7"/>
          <p:cNvSpPr/>
          <p:nvPr>
            <p:custDataLst>
              <p:tags r:id="rId8"/>
            </p:custDataLst>
          </p:nvPr>
        </p:nvSpPr>
        <p:spPr>
          <a:xfrm>
            <a:off x="7696200" y="5588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模型本质是基于统计预测下一个词，它并不具备真正的意识，因此无法理解其行为在现实世界中可能引发的具体后果。</a:t>
            </a:r>
            <a:endParaRPr lang="en-US" sz="1100"/>
          </a:p>
        </p:txBody>
      </p:sp>
      <p:sp>
        <p:nvSpPr>
          <p:cNvPr id="58" name="AutoShape 8"/>
          <p:cNvSpPr/>
          <p:nvPr>
            <p:custDataLst>
              <p:tags r:id="rId9"/>
            </p:custDataLst>
          </p:nvPr>
        </p:nvSpPr>
        <p:spPr>
          <a:xfrm>
            <a:off x="6172200" y="1767840"/>
            <a:ext cx="5524500" cy="154432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9" name="AutoShape 9"/>
          <p:cNvSpPr/>
          <p:nvPr>
            <p:custDataLst>
              <p:tags r:id="rId10"/>
            </p:custDataLst>
          </p:nvPr>
        </p:nvSpPr>
        <p:spPr>
          <a:xfrm>
            <a:off x="6426200" y="1902460"/>
            <a:ext cx="1016000" cy="1016000"/>
          </a:xfrm>
          <a:prstGeom prst="ellipse">
            <a:avLst/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0" name="Picture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80200" y="2156460"/>
            <a:ext cx="508000" cy="508000"/>
          </a:xfrm>
          <a:prstGeom prst="rect">
            <a:avLst/>
          </a:prstGeom>
        </p:spPr>
      </p:pic>
      <p:sp>
        <p:nvSpPr>
          <p:cNvPr id="61" name="AutoShape 11"/>
          <p:cNvSpPr/>
          <p:nvPr>
            <p:custDataLst>
              <p:tags r:id="rId14"/>
            </p:custDataLst>
          </p:nvPr>
        </p:nvSpPr>
        <p:spPr>
          <a:xfrm>
            <a:off x="7696200" y="183896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工具能力放大错误</a:t>
            </a:r>
            <a:endParaRPr lang="en-US" sz="1100"/>
          </a:p>
        </p:txBody>
      </p:sp>
      <p:sp>
        <p:nvSpPr>
          <p:cNvPr id="62" name="AutoShape 12"/>
          <p:cNvSpPr/>
          <p:nvPr>
            <p:custDataLst>
              <p:tags r:id="rId15"/>
            </p:custDataLst>
          </p:nvPr>
        </p:nvSpPr>
        <p:spPr>
          <a:xfrm>
            <a:off x="7696200" y="221996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当模型被赋予调用外部工具（如代码执行、API调用）的强大执行力后，任何微小的指令偏差或理解错误，都可能被工具能力急剧放大，造成严重影响。</a:t>
            </a:r>
            <a:endParaRPr lang="en-US" sz="1100"/>
          </a:p>
        </p:txBody>
      </p:sp>
      <p:sp>
        <p:nvSpPr>
          <p:cNvPr id="63" name="AutoShape 13"/>
          <p:cNvSpPr/>
          <p:nvPr>
            <p:custDataLst>
              <p:tags r:id="rId16"/>
            </p:custDataLst>
          </p:nvPr>
        </p:nvSpPr>
        <p:spPr>
          <a:xfrm>
            <a:off x="6172200" y="3429000"/>
            <a:ext cx="5524500" cy="15494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4" name="AutoShape 14"/>
          <p:cNvSpPr/>
          <p:nvPr>
            <p:custDataLst>
              <p:tags r:id="rId17"/>
            </p:custDataLst>
          </p:nvPr>
        </p:nvSpPr>
        <p:spPr>
          <a:xfrm>
            <a:off x="6426200" y="3492500"/>
            <a:ext cx="1016000" cy="1016000"/>
          </a:xfrm>
          <a:prstGeom prst="ellipse">
            <a:avLst/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5" name="Picture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80200" y="3746500"/>
            <a:ext cx="508000" cy="508000"/>
          </a:xfrm>
          <a:prstGeom prst="rect">
            <a:avLst/>
          </a:prstGeom>
        </p:spPr>
      </p:pic>
      <p:sp>
        <p:nvSpPr>
          <p:cNvPr id="66" name="AutoShape 16"/>
          <p:cNvSpPr/>
          <p:nvPr>
            <p:custDataLst>
              <p:tags r:id="rId21"/>
            </p:custDataLst>
          </p:nvPr>
        </p:nvSpPr>
        <p:spPr>
          <a:xfrm>
            <a:off x="7696200" y="3429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多步执行放大错误</a:t>
            </a:r>
            <a:endParaRPr lang="en-US" sz="1100"/>
          </a:p>
        </p:txBody>
      </p:sp>
      <p:sp>
        <p:nvSpPr>
          <p:cNvPr id="67" name="AutoShape 17"/>
          <p:cNvSpPr/>
          <p:nvPr>
            <p:custDataLst>
              <p:tags r:id="rId22"/>
            </p:custDataLst>
          </p:nvPr>
        </p:nvSpPr>
        <p:spPr>
          <a:xfrm>
            <a:off x="7696200" y="3810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在复杂的长链条任务执行中，单一步骤的微小误差或幻觉，会随着后续步骤的推进被不断累积和叠加，最终导致任务结果出现巨大偏差。</a:t>
            </a:r>
            <a:endParaRPr lang="en-US" sz="1100"/>
          </a:p>
        </p:txBody>
      </p:sp>
      <p:sp>
        <p:nvSpPr>
          <p:cNvPr id="68" name="AutoShape 18"/>
          <p:cNvSpPr/>
          <p:nvPr>
            <p:custDataLst>
              <p:tags r:id="rId23"/>
            </p:custDataLst>
          </p:nvPr>
        </p:nvSpPr>
        <p:spPr>
          <a:xfrm>
            <a:off x="6172200" y="5082540"/>
            <a:ext cx="5524500" cy="1524635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9" name="AutoShape 19"/>
          <p:cNvSpPr/>
          <p:nvPr>
            <p:custDataLst>
              <p:tags r:id="rId24"/>
            </p:custDataLst>
          </p:nvPr>
        </p:nvSpPr>
        <p:spPr>
          <a:xfrm>
            <a:off x="6426200" y="5146040"/>
            <a:ext cx="1016000" cy="1016000"/>
          </a:xfrm>
          <a:prstGeom prst="ellipse">
            <a:avLst/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0" name="Picture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80200" y="5400040"/>
            <a:ext cx="508000" cy="508000"/>
          </a:xfrm>
          <a:prstGeom prst="rect">
            <a:avLst/>
          </a:prstGeom>
        </p:spPr>
      </p:pic>
      <p:sp>
        <p:nvSpPr>
          <p:cNvPr id="71" name="AutoShape 21"/>
          <p:cNvSpPr/>
          <p:nvPr>
            <p:custDataLst>
              <p:tags r:id="rId28"/>
            </p:custDataLst>
          </p:nvPr>
        </p:nvSpPr>
        <p:spPr>
          <a:xfrm>
            <a:off x="7696200" y="508254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缺少工程边界</a:t>
            </a:r>
            <a:endParaRPr lang="en-US" sz="1100"/>
          </a:p>
        </p:txBody>
      </p:sp>
      <p:sp>
        <p:nvSpPr>
          <p:cNvPr id="72" name="AutoShape 22"/>
          <p:cNvSpPr/>
          <p:nvPr>
            <p:custDataLst>
              <p:tags r:id="rId29"/>
            </p:custDataLst>
          </p:nvPr>
        </p:nvSpPr>
        <p:spPr>
          <a:xfrm>
            <a:off x="7696200" y="546354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如果没有明确的工程化限制（如权限控制、执行范围校验），智能体在自主执行任务时极易“越界”，做出超出预期的行为，引发不可控的后果。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7900" y="0"/>
            <a:ext cx="4074645" cy="6848941"/>
          </a:xfrm>
          <a:custGeom>
            <a:avLst/>
            <a:gdLst/>
            <a:ahLst/>
            <a:cxnLst/>
            <a:rect l="l" t="t" r="r" b="b"/>
            <a:pathLst>
              <a:path w="4074645" h="6848941">
                <a:moveTo>
                  <a:pt x="0" y="0"/>
                </a:moveTo>
                <a:lnTo>
                  <a:pt x="30660" y="28644"/>
                </a:lnTo>
                <a:cubicBezTo>
                  <a:pt x="721592" y="671979"/>
                  <a:pt x="1211182" y="744555"/>
                  <a:pt x="1931065" y="948586"/>
                </a:cubicBezTo>
                <a:cubicBezTo>
                  <a:pt x="2492802" y="1107860"/>
                  <a:pt x="3013420" y="1533120"/>
                  <a:pt x="3409201" y="2084643"/>
                </a:cubicBezTo>
                <a:cubicBezTo>
                  <a:pt x="3437454" y="2123973"/>
                  <a:pt x="3464921" y="2163776"/>
                  <a:pt x="3490918" y="2203515"/>
                </a:cubicBezTo>
                <a:cubicBezTo>
                  <a:pt x="3877724" y="2793404"/>
                  <a:pt x="4074645" y="3540787"/>
                  <a:pt x="3869421" y="4131540"/>
                </a:cubicBezTo>
                <a:cubicBezTo>
                  <a:pt x="3869447" y="4131375"/>
                  <a:pt x="3869472" y="4131208"/>
                  <a:pt x="3869498" y="4131045"/>
                </a:cubicBezTo>
                <a:cubicBezTo>
                  <a:pt x="3675885" y="4688625"/>
                  <a:pt x="3322916" y="4945522"/>
                  <a:pt x="2836095" y="5398505"/>
                </a:cubicBezTo>
                <a:cubicBezTo>
                  <a:pt x="2349275" y="5851488"/>
                  <a:pt x="1543566" y="6471482"/>
                  <a:pt x="948576" y="6848941"/>
                </a:cubicBez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5588000" y="0"/>
            <a:ext cx="4056090" cy="6858000"/>
          </a:xfrm>
          <a:custGeom>
            <a:avLst/>
            <a:gdLst/>
            <a:ahLst/>
            <a:cxnLst/>
            <a:rect l="l" t="t" r="r" b="b"/>
            <a:pathLst>
              <a:path w="4056090" h="6858000">
                <a:moveTo>
                  <a:pt x="0" y="0"/>
                </a:moveTo>
                <a:lnTo>
                  <a:pt x="89786" y="69221"/>
                </a:lnTo>
                <a:cubicBezTo>
                  <a:pt x="239961" y="191912"/>
                  <a:pt x="394453" y="330373"/>
                  <a:pt x="557794" y="479798"/>
                </a:cubicBezTo>
                <a:cubicBezTo>
                  <a:pt x="1174262" y="1043595"/>
                  <a:pt x="1591032" y="1176097"/>
                  <a:pt x="2208273" y="1383678"/>
                </a:cubicBezTo>
                <a:cubicBezTo>
                  <a:pt x="2684642" y="1543736"/>
                  <a:pt x="3132694" y="1915719"/>
                  <a:pt x="3474631" y="2398231"/>
                </a:cubicBezTo>
                <a:cubicBezTo>
                  <a:pt x="3499195" y="2432978"/>
                  <a:pt x="3523024" y="2467687"/>
                  <a:pt x="3545396" y="2502344"/>
                </a:cubicBezTo>
                <a:cubicBezTo>
                  <a:pt x="3880109" y="3018194"/>
                  <a:pt x="4056090" y="3666388"/>
                  <a:pt x="3882023" y="4183546"/>
                </a:cubicBezTo>
                <a:lnTo>
                  <a:pt x="3881097" y="4183178"/>
                </a:lnTo>
                <a:cubicBezTo>
                  <a:pt x="3721075" y="4659034"/>
                  <a:pt x="3337296" y="4950308"/>
                  <a:pt x="3014144" y="5267187"/>
                </a:cubicBezTo>
                <a:cubicBezTo>
                  <a:pt x="2436666" y="5833454"/>
                  <a:pt x="1800286" y="6312548"/>
                  <a:pt x="1096032" y="6697536"/>
                </a:cubicBezTo>
                <a:cubicBezTo>
                  <a:pt x="999843" y="6750140"/>
                  <a:pt x="901179" y="6801162"/>
                  <a:pt x="800371" y="6849975"/>
                </a:cubicBezTo>
                <a:lnTo>
                  <a:pt x="782578" y="685800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3543640" y="175061"/>
            <a:ext cx="5462388" cy="6698830"/>
          </a:xfrm>
          <a:custGeom>
            <a:avLst/>
            <a:gdLst/>
            <a:ahLst/>
            <a:cxnLst/>
            <a:rect l="l" t="t" r="r" b="b"/>
            <a:pathLst>
              <a:path w="5462388" h="6698830">
                <a:moveTo>
                  <a:pt x="5321923" y="4017286"/>
                </a:moveTo>
                <a:cubicBezTo>
                  <a:pt x="5197821" y="4403913"/>
                  <a:pt x="4891426" y="4642267"/>
                  <a:pt x="4633715" y="4901460"/>
                </a:cubicBezTo>
                <a:cubicBezTo>
                  <a:pt x="4173291" y="5363907"/>
                  <a:pt x="3659024" y="5750774"/>
                  <a:pt x="3095260" y="6069671"/>
                </a:cubicBezTo>
                <a:cubicBezTo>
                  <a:pt x="2431527" y="6445337"/>
                  <a:pt x="1602916" y="6698829"/>
                  <a:pt x="808833" y="6571080"/>
                </a:cubicBezTo>
                <a:cubicBezTo>
                  <a:pt x="418312" y="6508518"/>
                  <a:pt x="164265" y="6180872"/>
                  <a:pt x="82461" y="5759638"/>
                </a:cubicBezTo>
                <a:cubicBezTo>
                  <a:pt x="0" y="5342747"/>
                  <a:pt x="22404" y="4873319"/>
                  <a:pt x="227718" y="4565471"/>
                </a:cubicBezTo>
                <a:cubicBezTo>
                  <a:pt x="379500" y="4335613"/>
                  <a:pt x="650673" y="4251082"/>
                  <a:pt x="850775" y="4081067"/>
                </a:cubicBezTo>
                <a:cubicBezTo>
                  <a:pt x="921515" y="4020882"/>
                  <a:pt x="983065" y="3950143"/>
                  <a:pt x="1028390" y="3859679"/>
                </a:cubicBezTo>
                <a:cubicBezTo>
                  <a:pt x="1148235" y="3620489"/>
                  <a:pt x="1092757" y="3326840"/>
                  <a:pt x="977311" y="3066451"/>
                </a:cubicBezTo>
                <a:cubicBezTo>
                  <a:pt x="725520" y="2498239"/>
                  <a:pt x="243647" y="1988653"/>
                  <a:pt x="150671" y="1323578"/>
                </a:cubicBezTo>
                <a:cubicBezTo>
                  <a:pt x="52980" y="627733"/>
                  <a:pt x="561288" y="191436"/>
                  <a:pt x="1029456" y="100385"/>
                </a:cubicBezTo>
                <a:cubicBezTo>
                  <a:pt x="1544395" y="0"/>
                  <a:pt x="1987174" y="256714"/>
                  <a:pt x="2563666" y="772108"/>
                </a:cubicBezTo>
                <a:cubicBezTo>
                  <a:pt x="3095741" y="1247886"/>
                  <a:pt x="3432937" y="1436381"/>
                  <a:pt x="3938814" y="1643937"/>
                </a:cubicBezTo>
                <a:cubicBezTo>
                  <a:pt x="4321754" y="1801201"/>
                  <a:pt x="4691552" y="2115423"/>
                  <a:pt x="4974347" y="2521226"/>
                </a:cubicBezTo>
                <a:cubicBezTo>
                  <a:pt x="4994715" y="2550031"/>
                  <a:pt x="5014031" y="2579431"/>
                  <a:pt x="5032892" y="2608655"/>
                </a:cubicBezTo>
                <a:cubicBezTo>
                  <a:pt x="5310364" y="3041761"/>
                  <a:pt x="5462388" y="3581144"/>
                  <a:pt x="5322189" y="4017135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4226926" y="1066583"/>
            <a:ext cx="4153954" cy="5160141"/>
          </a:xfrm>
          <a:custGeom>
            <a:avLst/>
            <a:gdLst/>
            <a:ahLst/>
            <a:cxnLst/>
            <a:rect l="l" t="t" r="r" b="b"/>
            <a:pathLst>
              <a:path w="4153954" h="5160141">
                <a:moveTo>
                  <a:pt x="4052388" y="3149781"/>
                </a:moveTo>
                <a:cubicBezTo>
                  <a:pt x="3967136" y="3433055"/>
                  <a:pt x="3749225" y="3610590"/>
                  <a:pt x="3565435" y="3802360"/>
                </a:cubicBezTo>
                <a:cubicBezTo>
                  <a:pt x="3236859" y="4144217"/>
                  <a:pt x="2863666" y="4426411"/>
                  <a:pt x="2458873" y="4665946"/>
                </a:cubicBezTo>
                <a:cubicBezTo>
                  <a:pt x="1928800" y="4979343"/>
                  <a:pt x="1238981" y="5160141"/>
                  <a:pt x="599483" y="5016529"/>
                </a:cubicBezTo>
                <a:cubicBezTo>
                  <a:pt x="315459" y="4952726"/>
                  <a:pt x="127943" y="4716834"/>
                  <a:pt x="63883" y="4407299"/>
                </a:cubicBezTo>
                <a:cubicBezTo>
                  <a:pt x="0" y="4098078"/>
                  <a:pt x="12942" y="3751495"/>
                  <a:pt x="163129" y="3521485"/>
                </a:cubicBezTo>
                <a:cubicBezTo>
                  <a:pt x="275406" y="3348067"/>
                  <a:pt x="476028" y="3280604"/>
                  <a:pt x="625529" y="3152309"/>
                </a:cubicBezTo>
                <a:cubicBezTo>
                  <a:pt x="678411" y="3107109"/>
                  <a:pt x="724892" y="3054163"/>
                  <a:pt x="759467" y="2987247"/>
                </a:cubicBezTo>
                <a:cubicBezTo>
                  <a:pt x="851578" y="2810336"/>
                  <a:pt x="819383" y="2594791"/>
                  <a:pt x="744525" y="2400977"/>
                </a:cubicBezTo>
                <a:cubicBezTo>
                  <a:pt x="580976" y="1976797"/>
                  <a:pt x="249788" y="1588824"/>
                  <a:pt x="183625" y="1091327"/>
                </a:cubicBezTo>
                <a:cubicBezTo>
                  <a:pt x="114318" y="571961"/>
                  <a:pt x="471160" y="247717"/>
                  <a:pt x="780648" y="132594"/>
                </a:cubicBezTo>
                <a:cubicBezTo>
                  <a:pt x="1138150" y="0"/>
                  <a:pt x="1489543" y="93604"/>
                  <a:pt x="1963402" y="504727"/>
                </a:cubicBezTo>
                <a:cubicBezTo>
                  <a:pt x="2388449" y="873738"/>
                  <a:pt x="2633738" y="1101233"/>
                  <a:pt x="3010621" y="1298629"/>
                </a:cubicBezTo>
                <a:cubicBezTo>
                  <a:pt x="3287052" y="1443613"/>
                  <a:pt x="3564840" y="1688748"/>
                  <a:pt x="3778099" y="2001727"/>
                </a:cubicBezTo>
                <a:cubicBezTo>
                  <a:pt x="3793613" y="2024244"/>
                  <a:pt x="3808215" y="2046877"/>
                  <a:pt x="3822398" y="2069342"/>
                </a:cubicBezTo>
                <a:cubicBezTo>
                  <a:pt x="4032248" y="2403493"/>
                  <a:pt x="4153954" y="2812977"/>
                  <a:pt x="4052502" y="3150531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4781207" y="1644092"/>
            <a:ext cx="3048290" cy="4054479"/>
          </a:xfrm>
          <a:custGeom>
            <a:avLst/>
            <a:gdLst/>
            <a:ahLst/>
            <a:cxnLst/>
            <a:rect l="l" t="t" r="r" b="b"/>
            <a:pathLst>
              <a:path w="3048290" h="4054479">
                <a:moveTo>
                  <a:pt x="2980301" y="2607276"/>
                </a:moveTo>
                <a:cubicBezTo>
                  <a:pt x="2927953" y="2802983"/>
                  <a:pt x="2786193" y="2928891"/>
                  <a:pt x="2665046" y="3063649"/>
                </a:cubicBezTo>
                <a:cubicBezTo>
                  <a:pt x="2448833" y="3303147"/>
                  <a:pt x="2196231" y="3498346"/>
                  <a:pt x="1925592" y="3668996"/>
                </a:cubicBezTo>
                <a:cubicBezTo>
                  <a:pt x="1508162" y="3932343"/>
                  <a:pt x="935335" y="4054479"/>
                  <a:pt x="423159" y="3891233"/>
                </a:cubicBezTo>
                <a:cubicBezTo>
                  <a:pt x="230243" y="3829638"/>
                  <a:pt x="97991" y="3668169"/>
                  <a:pt x="49307" y="3453122"/>
                </a:cubicBezTo>
                <a:cubicBezTo>
                  <a:pt x="0" y="3235367"/>
                  <a:pt x="6224" y="2993279"/>
                  <a:pt x="109069" y="2828751"/>
                </a:cubicBezTo>
                <a:cubicBezTo>
                  <a:pt x="187859" y="2703060"/>
                  <a:pt x="328501" y="2649605"/>
                  <a:pt x="435187" y="2556603"/>
                </a:cubicBezTo>
                <a:cubicBezTo>
                  <a:pt x="473226" y="2523532"/>
                  <a:pt x="506574" y="2485483"/>
                  <a:pt x="532228" y="2438809"/>
                </a:cubicBezTo>
                <a:cubicBezTo>
                  <a:pt x="600788" y="2314401"/>
                  <a:pt x="588899" y="2164566"/>
                  <a:pt x="548732" y="2027572"/>
                </a:cubicBezTo>
                <a:cubicBezTo>
                  <a:pt x="460322" y="1725210"/>
                  <a:pt x="257609" y="1440374"/>
                  <a:pt x="214488" y="1084622"/>
                </a:cubicBezTo>
                <a:cubicBezTo>
                  <a:pt x="224480" y="870925"/>
                  <a:pt x="131717" y="696068"/>
                  <a:pt x="570786" y="348035"/>
                </a:cubicBezTo>
                <a:cubicBezTo>
                  <a:pt x="1009855" y="0"/>
                  <a:pt x="1314313" y="348689"/>
                  <a:pt x="1457170" y="462181"/>
                </a:cubicBezTo>
                <a:cubicBezTo>
                  <a:pt x="1600027" y="575675"/>
                  <a:pt x="1959206" y="1001514"/>
                  <a:pt x="2227449" y="1194413"/>
                </a:cubicBezTo>
                <a:cubicBezTo>
                  <a:pt x="2412531" y="1327357"/>
                  <a:pt x="2613381" y="1516485"/>
                  <a:pt x="2767601" y="1751322"/>
                </a:cubicBezTo>
                <a:cubicBezTo>
                  <a:pt x="2778678" y="1767984"/>
                  <a:pt x="2789464" y="1785192"/>
                  <a:pt x="2799694" y="1801956"/>
                </a:cubicBezTo>
                <a:cubicBezTo>
                  <a:pt x="2952416" y="2052248"/>
                  <a:pt x="3048290" y="2352222"/>
                  <a:pt x="2980136" y="2606984"/>
                </a:cubicBezTo>
                <a:lnTo>
                  <a:pt x="2980301" y="2607276"/>
                </a:ln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5438459" y="2523757"/>
            <a:ext cx="1745922" cy="2563228"/>
          </a:xfrm>
          <a:custGeom>
            <a:avLst/>
            <a:gdLst/>
            <a:ahLst/>
            <a:cxnLst/>
            <a:rect l="l" t="t" r="r" b="b"/>
            <a:pathLst>
              <a:path w="1745922" h="2563228">
                <a:moveTo>
                  <a:pt x="1140837" y="824230"/>
                </a:moveTo>
                <a:cubicBezTo>
                  <a:pt x="1323916" y="1078623"/>
                  <a:pt x="1639654" y="1277215"/>
                  <a:pt x="1709722" y="1584718"/>
                </a:cubicBezTo>
                <a:cubicBezTo>
                  <a:pt x="1745922" y="1744459"/>
                  <a:pt x="1697983" y="1893546"/>
                  <a:pt x="1622098" y="2013434"/>
                </a:cubicBezTo>
                <a:cubicBezTo>
                  <a:pt x="1417534" y="2337181"/>
                  <a:pt x="925663" y="2563228"/>
                  <a:pt x="483923" y="2332723"/>
                </a:cubicBezTo>
                <a:cubicBezTo>
                  <a:pt x="336689" y="2256053"/>
                  <a:pt x="206871" y="2088032"/>
                  <a:pt x="231752" y="1945627"/>
                </a:cubicBezTo>
                <a:cubicBezTo>
                  <a:pt x="243324" y="1879435"/>
                  <a:pt x="284948" y="1829284"/>
                  <a:pt x="317309" y="1774685"/>
                </a:cubicBezTo>
                <a:cubicBezTo>
                  <a:pt x="508413" y="1452334"/>
                  <a:pt x="336637" y="1043305"/>
                  <a:pt x="158046" y="671995"/>
                </a:cubicBezTo>
                <a:cubicBezTo>
                  <a:pt x="0" y="343916"/>
                  <a:pt x="168186" y="0"/>
                  <a:pt x="539618" y="135407"/>
                </a:cubicBezTo>
                <a:cubicBezTo>
                  <a:pt x="816379" y="236575"/>
                  <a:pt x="979889" y="601561"/>
                  <a:pt x="1140392" y="824674"/>
                </a:cubicBezTo>
                <a:close/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2578636" y="4064"/>
            <a:ext cx="1635411" cy="6839748"/>
          </a:xfrm>
          <a:custGeom>
            <a:avLst/>
            <a:gdLst/>
            <a:ahLst/>
            <a:cxnLst/>
            <a:rect l="l" t="t" r="r" b="b"/>
            <a:pathLst>
              <a:path w="1635411" h="6839748">
                <a:moveTo>
                  <a:pt x="149509" y="6839748"/>
                </a:moveTo>
                <a:lnTo>
                  <a:pt x="109120" y="6672083"/>
                </a:lnTo>
                <a:cubicBezTo>
                  <a:pt x="0" y="6077749"/>
                  <a:pt x="38077" y="5404827"/>
                  <a:pt x="335095" y="4969763"/>
                </a:cubicBezTo>
                <a:cubicBezTo>
                  <a:pt x="552992" y="4649418"/>
                  <a:pt x="940477" y="4539044"/>
                  <a:pt x="1223312" y="4301489"/>
                </a:cubicBezTo>
                <a:cubicBezTo>
                  <a:pt x="1322944" y="4217567"/>
                  <a:pt x="1409578" y="4117821"/>
                  <a:pt x="1471648" y="3988269"/>
                </a:cubicBezTo>
                <a:cubicBezTo>
                  <a:pt x="1635411" y="3646194"/>
                  <a:pt x="1537052" y="3223310"/>
                  <a:pt x="1348370" y="2853422"/>
                </a:cubicBezTo>
                <a:cubicBezTo>
                  <a:pt x="940308" y="2048318"/>
                  <a:pt x="194746" y="1344510"/>
                  <a:pt x="55515" y="405945"/>
                </a:cubicBezTo>
                <a:cubicBezTo>
                  <a:pt x="37220" y="282801"/>
                  <a:pt x="33317" y="111465"/>
                  <a:pt x="41949" y="0"/>
                </a:cubicBez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3078295" y="0"/>
            <a:ext cx="1402439" cy="6858000"/>
          </a:xfrm>
          <a:custGeom>
            <a:avLst/>
            <a:gdLst/>
            <a:ahLst/>
            <a:cxnLst/>
            <a:rect l="l" t="t" r="r" b="b"/>
            <a:pathLst>
              <a:path w="1402439" h="6858000">
                <a:moveTo>
                  <a:pt x="285176" y="6858000"/>
                </a:moveTo>
                <a:lnTo>
                  <a:pt x="208624" y="6713993"/>
                </a:lnTo>
                <a:cubicBezTo>
                  <a:pt x="158289" y="6601822"/>
                  <a:pt x="120693" y="6479097"/>
                  <a:pt x="96501" y="6349709"/>
                </a:cubicBezTo>
                <a:cubicBezTo>
                  <a:pt x="0" y="5840070"/>
                  <a:pt x="30674" y="5264722"/>
                  <a:pt x="283568" y="4890555"/>
                </a:cubicBezTo>
                <a:cubicBezTo>
                  <a:pt x="470016" y="4613466"/>
                  <a:pt x="801702" y="4515079"/>
                  <a:pt x="1044989" y="4309746"/>
                </a:cubicBezTo>
                <a:cubicBezTo>
                  <a:pt x="1130913" y="4237318"/>
                  <a:pt x="1205659" y="4151606"/>
                  <a:pt x="1259540" y="4040684"/>
                </a:cubicBezTo>
                <a:cubicBezTo>
                  <a:pt x="1402439" y="3747872"/>
                  <a:pt x="1324931" y="3387446"/>
                  <a:pt x="1172132" y="3069540"/>
                </a:cubicBezTo>
                <a:cubicBezTo>
                  <a:pt x="839511" y="2377961"/>
                  <a:pt x="221963" y="1766341"/>
                  <a:pt x="105016" y="958484"/>
                </a:cubicBezTo>
                <a:cubicBezTo>
                  <a:pt x="51200" y="587931"/>
                  <a:pt x="144443" y="277105"/>
                  <a:pt x="317563" y="39985"/>
                </a:cubicBezTo>
                <a:lnTo>
                  <a:pt x="350059" y="0"/>
                </a:lnTo>
              </a:path>
            </a:pathLst>
          </a:custGeom>
          <a:noFill/>
          <a:ln w="12700" cap="flat" cmpd="sng">
            <a:solidFill>
              <a:srgbClr val="010101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76300" y="3479800"/>
            <a:ext cx="10439400" cy="2654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6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Harness 工程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76300" y="495300"/>
            <a:ext cx="104394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indent="0" algn="ctr">
              <a:lnSpc>
                <a:spcPct val="133000"/>
              </a:lnSpc>
              <a:spcBef>
                <a:spcPts val="1000"/>
              </a:spcBef>
              <a:defRPr/>
            </a:pPr>
            <a:r>
              <a:rPr lang="en-US" sz="59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5.1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8b83f3a-23a7-42eb-b924-8eeaf4f9b57a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 defTabSz="91440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0" i="0" kern="12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4</a:t>
            </a:r>
            <a:endParaRPr lang="en-US" sz="1000" b="0" i="0" kern="1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9740" y="381000"/>
            <a:ext cx="11447145" cy="5822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altLang="zh-CN" sz="18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285750" indent="-285750" defTabSz="9144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en-US" altLang="zh-CN" sz="2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Harness</a:t>
            </a:r>
            <a:r>
              <a:rPr lang="en-US" altLang="zh-CN"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</a:t>
            </a:r>
            <a:endParaRPr lang="en-US" altLang="zh-CN" sz="24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285750" indent="-285750" defTabSz="9144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endParaRPr lang="en-US" altLang="zh-CN" sz="2400" kern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9144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n. </a:t>
            </a:r>
            <a:r>
              <a:rPr lang="zh-CN" altLang="en-US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马具、缰绳、马鞍、嚼子</a:t>
            </a:r>
            <a:r>
              <a:rPr lang="en-US" altLang="zh-CN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——</a:t>
            </a:r>
            <a:r>
              <a:rPr lang="zh-CN" altLang="en-US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一整套控制马匹的装备</a:t>
            </a:r>
            <a:endParaRPr lang="zh-CN" altLang="en-US" sz="2400" kern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altLang="zh-CN" sz="2400" kern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9144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Agent = Model + Harness</a:t>
            </a:r>
            <a:endParaRPr lang="en-US" altLang="zh-CN" sz="2400" kern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defTabSz="9144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endParaRPr lang="en-US" altLang="zh-CN" sz="24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altLang="zh-CN" sz="24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285750" indent="-285750" defTabSz="9144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en-US" altLang="zh-CN" sz="2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Harness Engineering</a:t>
            </a:r>
            <a:r>
              <a:rPr lang="en-US" altLang="zh-CN"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</a:t>
            </a:r>
            <a:endParaRPr lang="en-US" altLang="zh-CN" sz="24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indent="0" defTabSz="9144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endParaRPr lang="en-US" altLang="zh-CN" sz="2400"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indent="0" defTabSz="9144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不是</a:t>
            </a:r>
            <a:r>
              <a:rPr lang="en-US" altLang="zh-CN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如何教模型更好地回答</a:t>
            </a:r>
            <a:r>
              <a:rPr lang="en-US" altLang="zh-CN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，而是</a:t>
            </a:r>
            <a:r>
              <a:rPr lang="en-US" altLang="zh-CN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“</a:t>
            </a:r>
            <a:r>
              <a:rPr lang="zh-CN" altLang="en-US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如何设计模型的工作流程</a:t>
            </a:r>
            <a:r>
              <a:rPr lang="en-US" altLang="zh-CN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，让模型始终在正确的轨道上运行</a:t>
            </a:r>
            <a:endParaRPr lang="zh-CN" altLang="en-US" sz="2400" kern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altLang="zh-CN" sz="2400" kern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例如：任务拆解、上下文管理、工具编排、权限设定、状态交接、结果验证、失败恢复、以及何时将控制权交还给人类等</a:t>
            </a:r>
            <a:endParaRPr lang="zh-CN" altLang="en-US" sz="1800" kern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62f4d54-6cc5-4eec-ad96-4b8ec3f76acb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内容占位符 2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228600"/>
            <a:ext cx="11083925" cy="481330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假设我们派一名</a:t>
            </a:r>
            <a:r>
              <a:rPr lang="en-US" altLang="zh-CN"/>
              <a:t>Agent</a:t>
            </a:r>
            <a:r>
              <a:rPr lang="zh-CN" altLang="en-US"/>
              <a:t>员工去完成一次重要的客户拜访：</a:t>
            </a:r>
            <a:endParaRPr lang="en-US" altLang="zh-CN"/>
          </a:p>
          <a:p>
            <a:r>
              <a:rPr lang="en-US" altLang="zh-CN"/>
              <a:t>Prompt Engineering(</a:t>
            </a:r>
            <a:r>
              <a:rPr lang="en-US" altLang="zh-CN" b="1">
                <a:sym typeface="+mn-ea"/>
              </a:rPr>
              <a:t>2022–2024</a:t>
            </a:r>
            <a:r>
              <a:rPr lang="en-US" altLang="zh-CN"/>
              <a:t>)</a:t>
            </a:r>
            <a:r>
              <a:rPr lang="zh-CN" altLang="en-US"/>
              <a:t>：把任务讲清楚</a:t>
            </a:r>
            <a:endParaRPr lang="zh-CN" altLang="en-US"/>
          </a:p>
          <a:p>
            <a:r>
              <a:rPr lang="en-US" altLang="zh-CN"/>
              <a:t>Context Engineering(</a:t>
            </a:r>
            <a:r>
              <a:rPr lang="en-US" altLang="zh-CN" b="1">
                <a:sym typeface="+mn-ea"/>
              </a:rPr>
              <a:t>2025 </a:t>
            </a:r>
            <a:r>
              <a:rPr lang="zh-CN" altLang="en-US" b="1">
                <a:sym typeface="+mn-ea"/>
              </a:rPr>
              <a:t>年起</a:t>
            </a:r>
            <a:r>
              <a:rPr lang="en-US" altLang="zh-CN"/>
              <a:t>)</a:t>
            </a:r>
            <a:r>
              <a:rPr lang="zh-CN" altLang="en-US"/>
              <a:t>：把资料备齐全</a:t>
            </a:r>
            <a:endParaRPr lang="zh-CN" altLang="en-US"/>
          </a:p>
          <a:p>
            <a:r>
              <a:rPr lang="en-US" altLang="zh-CN"/>
              <a:t>Harness Engineering(</a:t>
            </a:r>
            <a:r>
              <a:rPr lang="en-US" altLang="zh-CN" b="1">
                <a:sym typeface="+mn-ea"/>
              </a:rPr>
              <a:t>2026 </a:t>
            </a:r>
            <a:r>
              <a:rPr lang="zh-CN" altLang="en-US" b="1">
                <a:sym typeface="+mn-ea"/>
              </a:rPr>
              <a:t>年起</a:t>
            </a:r>
            <a:r>
              <a:rPr lang="en-US" altLang="zh-CN"/>
              <a:t>)</a:t>
            </a:r>
            <a:r>
              <a:rPr lang="zh-CN" altLang="en-US"/>
              <a:t>：建立一套持续观测与纠偏的机制</a:t>
            </a:r>
            <a:r>
              <a:rPr lang="en-US" altLang="zh-CN"/>
              <a:t>(</a:t>
            </a:r>
            <a:r>
              <a:rPr lang="zh-CN" altLang="en-US"/>
              <a:t>黑名单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29" name="图片 28" descr="屏幕截图 2026-04-07 200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2781300"/>
            <a:ext cx="9000490" cy="34404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>
                <a:sym typeface="+mn-ea"/>
              </a:rPr>
              <a:t>Harness Engineering</a:t>
            </a:r>
            <a:r>
              <a:rPr lang="zh-CN" altLang="en-US">
                <a:sym typeface="+mn-ea"/>
              </a:rPr>
              <a:t>的</a:t>
            </a:r>
            <a:r>
              <a:rPr lang="zh-CN" sz="4600"/>
              <a:t>构成</a:t>
            </a:r>
            <a:endParaRPr lang="zh-CN" sz="4600"/>
          </a:p>
        </p:txBody>
      </p:sp>
      <p:sp>
        <p:nvSpPr>
          <p:cNvPr id="8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5.2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abfb3c5-6f14-46be-b97c-0b5e7ff80381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内容占位符 2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49580" y="1364615"/>
            <a:ext cx="11046460" cy="5048885"/>
          </a:xfrm>
        </p:spPr>
        <p:txBody>
          <a:bodyPr>
            <a:normAutofit fontScale="90000"/>
          </a:bodyPr>
          <a:p>
            <a:r>
              <a:rPr lang="zh-CN" altLang="en-US"/>
              <a:t>解决的问题：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角色与目标定义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信息选择与裁剪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结构化组织</a:t>
            </a:r>
            <a:endParaRPr lang="en-US" altLang="zh-CN"/>
          </a:p>
          <a:p>
            <a:r>
              <a:rPr lang="zh-CN" altLang="en-US"/>
              <a:t>具体实现方式：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项目指令文件（如</a:t>
            </a:r>
            <a:r>
              <a:rPr lang="en-US" altLang="zh-CN"/>
              <a:t> AGENTS.md / CLAUDE.md</a:t>
            </a:r>
            <a:r>
              <a:rPr lang="zh-CN" altLang="en-US"/>
              <a:t>）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动态上下文注入：从日志、指标、追踪信息中获取实时数据。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上下文隔离：主</a:t>
            </a:r>
            <a:r>
              <a:rPr lang="en-US" altLang="zh-CN"/>
              <a:t> Agent </a:t>
            </a:r>
            <a:r>
              <a:rPr lang="zh-CN" altLang="en-US"/>
              <a:t>将子任务委派给全新的子</a:t>
            </a:r>
            <a:r>
              <a:rPr lang="en-US" altLang="zh-CN"/>
              <a:t> Agent </a:t>
            </a:r>
            <a:r>
              <a:rPr lang="zh-CN" altLang="en-US"/>
              <a:t>实例，独立运行。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上下文压缩：窗口填满时自动丢弃或摘要无关信息。</a:t>
            </a:r>
            <a:endParaRPr lang="zh-CN" altLang="en-US"/>
          </a:p>
        </p:txBody>
      </p:sp>
      <p:sp>
        <p:nvSpPr>
          <p:cNvPr id="22" name="标题 2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912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>
                <a:sym typeface="+mn-ea"/>
              </a:rPr>
              <a:t>1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上下文管理</a:t>
            </a:r>
            <a:endParaRPr lang="zh-CN" altLang="en-US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79efca8-87ee-4f49-a227-08e25457077e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>
                <a:sym typeface="+mn-ea"/>
              </a:rPr>
              <a:t>2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工具系统</a:t>
            </a:r>
            <a:endParaRPr lang="zh-CN" altLang="en-US"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95960" y="1371600"/>
            <a:ext cx="10895965" cy="3185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解决的问题：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提供什么工具？太少则能力不足，太多则模型容易误用。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何时调用工具？避免不必要的查询。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调用结果如何重新喂给模型？需要提炼、筛选、保持与任务的相关性。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具体实现方式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精选工具集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协议集成（标准化工具接口及文件系统访问管理）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沙箱隔离（执行环境与生产系统隔离）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483ad13-7fa5-430e-a74f-a316878c7bb0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标题 2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>
                <a:sym typeface="+mn-ea"/>
              </a:rPr>
              <a:t>3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执行编排</a:t>
            </a:r>
            <a:endParaRPr lang="zh-CN" altLang="en-US"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95960" y="1295400"/>
            <a:ext cx="10345420" cy="2569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模型下一步该做什么？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典型流程为：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理解目标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判断信息是否充分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若不充分则继续获取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基于结果分析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生成输出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检查输出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若不满足则修正。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55015" y="3424555"/>
            <a:ext cx="10650855" cy="2854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3600" b="1">
                <a:latin typeface="+mj-ea"/>
                <a:ea typeface="+mj-ea"/>
                <a:cs typeface="+mj-ea"/>
              </a:rPr>
              <a:t>4. 状态管理与记忆持续性</a:t>
            </a:r>
            <a:endParaRPr lang="zh-CN" altLang="en-US" sz="3600" b="1">
              <a:latin typeface="+mj-ea"/>
              <a:ea typeface="+mj-ea"/>
              <a:cs typeface="+mj-ea"/>
            </a:endParaRPr>
          </a:p>
          <a:p>
            <a:pPr algn="l">
              <a:buClrTx/>
              <a:buSzTx/>
              <a:buFontTx/>
            </a:pPr>
            <a:endParaRPr lang="zh-CN" altLang="en-US" sz="3600" b="1">
              <a:latin typeface="+mj-ea"/>
              <a:ea typeface="+mj-ea"/>
              <a:cs typeface="+mj-ea"/>
            </a:endParaRPr>
          </a:p>
          <a:p>
            <a:r>
              <a:rPr lang="zh-CN" altLang="en-US" sz="2000">
                <a:latin typeface="+mn-ea"/>
                <a:ea typeface="+mn-ea"/>
                <a:cs typeface="+mn-ea"/>
              </a:rPr>
              <a:t>长任务场景的核心挑战：</a:t>
            </a:r>
            <a:r>
              <a:rPr lang="en-US" altLang="zh-CN" sz="2000">
                <a:latin typeface="+mn-ea"/>
                <a:ea typeface="+mn-ea"/>
                <a:cs typeface="+mn-ea"/>
              </a:rPr>
              <a:t>LLM </a:t>
            </a:r>
            <a:r>
              <a:rPr lang="zh-CN" altLang="en-US" sz="2000">
                <a:latin typeface="+mn-ea"/>
                <a:ea typeface="+mn-ea"/>
                <a:cs typeface="+mn-ea"/>
              </a:rPr>
              <a:t>本身是无状态的，每个新会话从零开始</a:t>
            </a:r>
            <a:endParaRPr lang="zh-CN" altLang="en-US" sz="2000">
              <a:latin typeface="+mn-ea"/>
              <a:ea typeface="+mn-ea"/>
              <a:cs typeface="+mn-ea"/>
            </a:endParaRPr>
          </a:p>
          <a:p>
            <a:endParaRPr lang="en-US" altLang="zh-CN" sz="2000">
              <a:latin typeface="+mn-ea"/>
              <a:ea typeface="+mn-ea"/>
              <a:cs typeface="+mn-ea"/>
            </a:endParaRPr>
          </a:p>
          <a:p>
            <a:r>
              <a:rPr lang="zh-CN" altLang="en-US" sz="2000">
                <a:latin typeface="+mn-ea"/>
                <a:ea typeface="+mn-ea"/>
                <a:cs typeface="+mn-ea"/>
              </a:rPr>
              <a:t>解决方案：外部化记忆，例如：记忆追踪文件、结构化功能清单、增量</a:t>
            </a:r>
            <a:r>
              <a:rPr lang="en-US" altLang="zh-CN" sz="2000">
                <a:latin typeface="+mn-ea"/>
                <a:ea typeface="+mn-ea"/>
                <a:cs typeface="+mn-ea"/>
              </a:rPr>
              <a:t> Git </a:t>
            </a:r>
            <a:r>
              <a:rPr lang="zh-CN" altLang="en-US" sz="2000">
                <a:latin typeface="+mn-ea"/>
                <a:ea typeface="+mn-ea"/>
                <a:cs typeface="+mn-ea"/>
              </a:rPr>
              <a:t>提交、检查点与恢复机制</a:t>
            </a:r>
            <a:endParaRPr lang="zh-CN" altLang="en-US" sz="2000">
              <a:latin typeface="+mn-ea"/>
              <a:ea typeface="+mn-ea"/>
              <a:cs typeface="+mn-ea"/>
            </a:endParaRPr>
          </a:p>
          <a:p>
            <a:endParaRPr lang="zh-CN" altLang="en-US" sz="2000">
              <a:latin typeface="+mn-ea"/>
              <a:ea typeface="+mn-ea"/>
              <a:cs typeface="+mn-ea"/>
            </a:endParaRPr>
          </a:p>
          <a:p>
            <a:r>
              <a:rPr lang="zh-CN" altLang="en-US" sz="2000">
                <a:latin typeface="+mn-ea"/>
                <a:ea typeface="+mn-ea"/>
                <a:cs typeface="+mn-ea"/>
              </a:rPr>
              <a:t>状态管理：至少应区分当前任务状态、会话中间结果、长期记忆与偏好</a:t>
            </a:r>
            <a:endParaRPr lang="zh-CN" altLang="en-US" sz="2000">
              <a:latin typeface="+mn-ea"/>
              <a:ea typeface="+mn-ea"/>
              <a:cs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797dc5-c90b-407e-aa81-07ae260fad4d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内容占位符 2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核心职责：确保系统不仅</a:t>
            </a:r>
            <a:r>
              <a:rPr lang="en-US" altLang="zh-CN"/>
              <a:t>“</a:t>
            </a:r>
            <a:r>
              <a:rPr lang="zh-CN" altLang="en-US"/>
              <a:t>会做</a:t>
            </a:r>
            <a:r>
              <a:rPr lang="en-US" altLang="zh-CN"/>
              <a:t>”</a:t>
            </a:r>
            <a:r>
              <a:rPr lang="zh-CN" altLang="en-US"/>
              <a:t>，而且</a:t>
            </a:r>
            <a:r>
              <a:rPr lang="en-US" altLang="zh-CN"/>
              <a:t>“</a:t>
            </a:r>
            <a:r>
              <a:rPr lang="zh-CN" altLang="en-US"/>
              <a:t>做对、可控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包括：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硬性约束：不依赖</a:t>
            </a:r>
            <a:r>
              <a:rPr lang="en-US" altLang="zh-CN"/>
              <a:t> LLM </a:t>
            </a:r>
            <a:r>
              <a:rPr lang="zh-CN" altLang="en-US"/>
              <a:t>判断的确定性规则边界。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质量</a:t>
            </a:r>
            <a:r>
              <a:rPr lang="zh-CN" altLang="en-US"/>
              <a:t>校验：生成与评估分离（独立评估器）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恢复能力：失败重试、路径切换、回滚到稳定状态。</a:t>
            </a:r>
            <a:endParaRPr lang="zh-CN" altLang="en-US"/>
          </a:p>
          <a:p>
            <a:pPr marL="0" indent="457200">
              <a:buNone/>
            </a:pPr>
            <a:endParaRPr lang="zh-CN" altLang="en-US"/>
          </a:p>
        </p:txBody>
      </p:sp>
      <p:sp>
        <p:nvSpPr>
          <p:cNvPr id="20" name="标题 19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>
                <a:sym typeface="+mn-ea"/>
              </a:rPr>
              <a:t>5</a:t>
            </a:r>
            <a:r>
              <a:rPr lang="en-US" altLang="zh-CN">
                <a:sym typeface="+mn-ea"/>
              </a:rPr>
              <a:t>. </a:t>
            </a:r>
            <a:r>
              <a:rPr lang="zh-CN" altLang="en-US">
                <a:sym typeface="+mn-ea"/>
              </a:rPr>
              <a:t>验证与约束</a:t>
            </a:r>
            <a:endParaRPr lang="zh-CN" altLang="en-US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f55749d-58bc-43fa-9c5e-7c2ac3c9bf15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标题 1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>
                <a:sym typeface="+mn-ea"/>
              </a:rPr>
              <a:t>6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人类接管与周期管理</a:t>
            </a:r>
            <a:endParaRPr lang="zh-CN" altLang="en-US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95985" y="1528445"/>
            <a:ext cx="9912350" cy="2412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  <a:cs typeface="+mn-ea"/>
              </a:rPr>
              <a:t>在关键节点引入人类智慧，并管理</a:t>
            </a:r>
            <a:r>
              <a:rPr lang="en-US" altLang="zh-CN" sz="2400">
                <a:latin typeface="+mn-ea"/>
                <a:ea typeface="+mn-ea"/>
                <a:cs typeface="+mn-ea"/>
              </a:rPr>
              <a:t> Agent </a:t>
            </a:r>
            <a:r>
              <a:rPr lang="zh-CN" altLang="en-US" sz="2400">
                <a:latin typeface="+mn-ea"/>
                <a:ea typeface="+mn-ea"/>
                <a:cs typeface="+mn-ea"/>
              </a:rPr>
              <a:t>的完整生命周期：</a:t>
            </a:r>
            <a:endParaRPr lang="zh-CN" altLang="en-US" sz="2400">
              <a:latin typeface="+mn-ea"/>
              <a:ea typeface="+mn-ea"/>
              <a:cs typeface="+mn-ea"/>
            </a:endParaRPr>
          </a:p>
          <a:p>
            <a:endParaRPr lang="en-US" altLang="zh-CN" sz="2400">
              <a:latin typeface="+mn-ea"/>
              <a:ea typeface="+mn-ea"/>
              <a:cs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  <a:ea typeface="+mn-ea"/>
                <a:cs typeface="+mn-ea"/>
              </a:rPr>
              <a:t>关键决策暂停：在重要、敏感、高风险决策点等待人类确认。</a:t>
            </a:r>
            <a:endParaRPr lang="zh-CN" altLang="en-US" sz="2400">
              <a:latin typeface="+mn-ea"/>
              <a:ea typeface="+mn-ea"/>
              <a:cs typeface="+mn-ea"/>
            </a:endParaRPr>
          </a:p>
          <a:p>
            <a:endParaRPr lang="en-US" altLang="zh-CN" sz="2400">
              <a:latin typeface="+mn-ea"/>
              <a:ea typeface="+mn-ea"/>
              <a:cs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  <a:ea typeface="+mn-ea"/>
                <a:cs typeface="+mn-ea"/>
              </a:rPr>
              <a:t>全周期管理：从</a:t>
            </a:r>
            <a:r>
              <a:rPr lang="en-US" altLang="zh-CN" sz="2400">
                <a:latin typeface="+mn-ea"/>
                <a:ea typeface="+mn-ea"/>
                <a:cs typeface="+mn-ea"/>
              </a:rPr>
              <a:t> Agent </a:t>
            </a:r>
            <a:r>
              <a:rPr lang="zh-CN" altLang="en-US" sz="2400">
                <a:latin typeface="+mn-ea"/>
                <a:ea typeface="+mn-ea"/>
                <a:cs typeface="+mn-ea"/>
              </a:rPr>
              <a:t>启动、运行监控到任务结束、资源回收。</a:t>
            </a:r>
            <a:endParaRPr lang="zh-CN" altLang="en-US" sz="2400">
              <a:latin typeface="+mn-ea"/>
              <a:ea typeface="+mn-ea"/>
              <a:cs typeface="+mn-ea"/>
            </a:endParaRPr>
          </a:p>
          <a:p>
            <a:endParaRPr lang="en-US" altLang="zh-CN" sz="2400">
              <a:latin typeface="+mn-ea"/>
              <a:ea typeface="+mn-ea"/>
              <a:cs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  <a:ea typeface="+mn-ea"/>
                <a:cs typeface="+mn-ea"/>
              </a:rPr>
              <a:t>人机协作：明确人类与</a:t>
            </a:r>
            <a:r>
              <a:rPr lang="en-US" altLang="zh-CN" sz="2400">
                <a:latin typeface="+mn-ea"/>
                <a:ea typeface="+mn-ea"/>
                <a:cs typeface="+mn-ea"/>
              </a:rPr>
              <a:t> AI </a:t>
            </a:r>
            <a:r>
              <a:rPr lang="zh-CN" altLang="en-US" sz="2400">
                <a:latin typeface="+mn-ea"/>
                <a:ea typeface="+mn-ea"/>
                <a:cs typeface="+mn-ea"/>
              </a:rPr>
              <a:t>的职责边界，确保人类始终拥有最终控制权。</a:t>
            </a:r>
            <a:endParaRPr lang="zh-CN" altLang="en-US" sz="2400">
              <a:latin typeface="+mn-ea"/>
              <a:ea typeface="+mn-ea"/>
              <a:cs typeface="+mn-ea"/>
            </a:endParaRPr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4600"/>
              <a:t>Harness </a:t>
            </a:r>
            <a:r>
              <a:rPr lang="zh-CN" altLang="en-US" sz="4600"/>
              <a:t>的工程实践</a:t>
            </a:r>
            <a:endParaRPr lang="zh-CN" altLang="en-US" sz="4600"/>
          </a:p>
        </p:txBody>
      </p:sp>
      <p:sp>
        <p:nvSpPr>
          <p:cNvPr id="8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5.3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23f6b8e-1c35-4ec8-a137-f4f64c05d7d8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内容占位符 2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构建了完全自主的编码系统。</a:t>
            </a:r>
            <a:endParaRPr lang="zh-CN" altLang="en-US"/>
          </a:p>
          <a:p>
            <a:r>
              <a:rPr lang="zh-CN" altLang="en-US"/>
              <a:t>他们在长任务场景中发现了两类典型问题：</a:t>
            </a:r>
            <a:endParaRPr lang="zh-CN" altLang="en-US"/>
          </a:p>
          <a:p>
            <a:pPr marL="0" indent="457200">
              <a:buNone/>
            </a:pPr>
            <a:r>
              <a:rPr lang="en-US" altLang="zh-CN"/>
              <a:t>1. </a:t>
            </a:r>
            <a:r>
              <a:rPr lang="zh-CN" altLang="en-US"/>
              <a:t>上下文焦虑</a:t>
            </a:r>
            <a:endParaRPr lang="zh-CN" altLang="en-US"/>
          </a:p>
          <a:p>
            <a:pPr marL="0" indent="457200">
              <a:buNone/>
            </a:pP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→</a:t>
            </a:r>
            <a:r>
              <a:rPr lang="en-US" altLang="zh-CN"/>
              <a:t> </a:t>
            </a:r>
            <a:r>
              <a:rPr lang="zh-CN" altLang="en-US"/>
              <a:t>解决方案：</a:t>
            </a:r>
            <a:r>
              <a:rPr lang="en-US" altLang="zh-CN"/>
              <a:t> Context Reset</a:t>
            </a:r>
            <a:r>
              <a:rPr lang="zh-CN" altLang="en-US"/>
              <a:t>，将工作交接给新的</a:t>
            </a:r>
            <a:r>
              <a:rPr lang="en-US" altLang="zh-CN"/>
              <a:t> Agent </a:t>
            </a:r>
            <a:r>
              <a:rPr lang="zh-CN" altLang="en-US"/>
              <a:t>实例。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2. </a:t>
            </a:r>
            <a:r>
              <a:rPr lang="zh-CN" altLang="en-US"/>
              <a:t>糟糕的</a:t>
            </a:r>
            <a:r>
              <a:rPr lang="zh-CN" altLang="en-US"/>
              <a:t>自我评估</a:t>
            </a:r>
            <a:endParaRPr lang="zh-CN" altLang="en-US"/>
          </a:p>
          <a:p>
            <a:pPr marL="0" indent="457200">
              <a:buNone/>
            </a:pP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解决方案：生成与评估分离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设计三个独立角色：</a:t>
            </a:r>
            <a:endParaRPr lang="zh-CN" altLang="en-US"/>
          </a:p>
          <a:p>
            <a:pPr marL="457200" lvl="1" indent="457200">
              <a:buNone/>
            </a:pPr>
            <a:r>
              <a:rPr lang="en-US" altLang="zh-CN"/>
              <a:t>Planner</a:t>
            </a:r>
            <a:r>
              <a:rPr lang="zh-CN" altLang="en-US"/>
              <a:t>：将模糊需求扩展为完整规格。</a:t>
            </a:r>
            <a:endParaRPr lang="zh-CN" altLang="en-US"/>
          </a:p>
          <a:p>
            <a:pPr marL="457200" lvl="1" indent="457200">
              <a:buNone/>
            </a:pPr>
            <a:r>
              <a:rPr lang="en-US" altLang="zh-CN"/>
              <a:t>Generator</a:t>
            </a:r>
            <a:r>
              <a:rPr lang="zh-CN" altLang="en-US"/>
              <a:t>：负责具体代码实现。</a:t>
            </a:r>
            <a:endParaRPr lang="zh-CN" altLang="en-US"/>
          </a:p>
          <a:p>
            <a:pPr marL="457200" lvl="1" indent="457200">
              <a:buNone/>
            </a:pPr>
            <a:r>
              <a:rPr lang="en-US" altLang="zh-CN"/>
              <a:t>Evaluator</a:t>
            </a:r>
            <a:r>
              <a:rPr lang="zh-CN" altLang="en-US"/>
              <a:t>：在真实环境中执行测试。</a:t>
            </a:r>
            <a:endParaRPr lang="zh-CN" altLang="en-US"/>
          </a:p>
        </p:txBody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Anthropic</a:t>
            </a:r>
            <a:endParaRPr lang="zh-CN" altLang="en-US">
              <a:sym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538480"/>
            <a:ext cx="3888105" cy="57816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e14a81-d566-4c93-9f74-4a49dbe105a4"/>
          <p:cNvSpPr txBox="1"/>
          <p:nvPr>
            <p:custDataLst>
              <p:tags r:id="rId1"/>
            </p:custDataLst>
          </p:nvPr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defRPr/>
            </a:pPr>
            <a:r>
              <a:rPr lang="en-US" sz="1000" b="0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000" b="0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标题 2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OpenAI</a:t>
            </a:r>
            <a:endParaRPr lang="zh-CN" altLang="en-US"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9600" y="1219200"/>
            <a:ext cx="11583035" cy="4720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利用</a:t>
            </a:r>
            <a:r>
              <a:rPr lang="en-US" altLang="zh-CN" sz="2000"/>
              <a:t> Agent </a:t>
            </a:r>
            <a:r>
              <a:rPr lang="zh-CN" altLang="en-US" sz="2000"/>
              <a:t>从零构建了一个超过百万行代码的生产级应用，代码</a:t>
            </a:r>
            <a:r>
              <a:rPr lang="en-US" altLang="zh-CN" sz="2000"/>
              <a:t> 100% </a:t>
            </a:r>
            <a:r>
              <a:rPr lang="zh-CN" altLang="en-US" sz="2000"/>
              <a:t>由</a:t>
            </a:r>
            <a:r>
              <a:rPr lang="en-US" altLang="zh-CN" sz="2000"/>
              <a:t> Agent </a:t>
            </a:r>
            <a:r>
              <a:rPr lang="zh-CN" altLang="en-US" sz="2000"/>
              <a:t>编写，开发耗时仅为人工的</a:t>
            </a:r>
            <a:r>
              <a:rPr lang="en-US" altLang="zh-CN" sz="2000"/>
              <a:t> 1/10</a:t>
            </a:r>
            <a:r>
              <a:rPr lang="zh-CN" altLang="en-US" sz="2000"/>
              <a:t>。</a:t>
            </a:r>
            <a:endParaRPr lang="zh-CN" altLang="en-US" sz="2000"/>
          </a:p>
          <a:p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人类的角色从</a:t>
            </a:r>
            <a:r>
              <a:rPr lang="en-US" altLang="zh-CN" sz="2000"/>
              <a:t>“</a:t>
            </a:r>
            <a:r>
              <a:rPr lang="zh-CN" altLang="en-US" sz="2000"/>
              <a:t>写代码</a:t>
            </a:r>
            <a:r>
              <a:rPr lang="en-US" altLang="zh-CN" sz="2000"/>
              <a:t>”</a:t>
            </a:r>
            <a:r>
              <a:rPr lang="zh-CN" altLang="en-US" sz="2000"/>
              <a:t>转变为</a:t>
            </a:r>
            <a:r>
              <a:rPr lang="en-US" altLang="zh-CN" sz="2000"/>
              <a:t>“</a:t>
            </a:r>
            <a:r>
              <a:rPr lang="zh-CN" altLang="en-US" sz="2000"/>
              <a:t>设计环境</a:t>
            </a:r>
            <a:r>
              <a:rPr lang="en-US" altLang="zh-CN" sz="2000"/>
              <a:t>”</a:t>
            </a:r>
            <a:r>
              <a:rPr lang="zh-CN" altLang="en-US" sz="2000"/>
              <a:t>：</a:t>
            </a:r>
            <a:endParaRPr lang="en-US" altLang="zh-CN" sz="2000"/>
          </a:p>
          <a:p>
            <a:pPr indent="457200"/>
            <a:r>
              <a:rPr lang="zh-CN" altLang="en-US" sz="2000"/>
              <a:t>将产品目标拆解为</a:t>
            </a:r>
            <a:r>
              <a:rPr lang="en-US" altLang="zh-CN" sz="2000"/>
              <a:t> Agent </a:t>
            </a:r>
            <a:r>
              <a:rPr lang="zh-CN" altLang="en-US" sz="2000"/>
              <a:t>可理解的小任务。</a:t>
            </a:r>
            <a:endParaRPr lang="en-US" altLang="zh-CN" sz="2000"/>
          </a:p>
          <a:p>
            <a:pPr indent="457200"/>
            <a:r>
              <a:rPr lang="zh-CN" altLang="en-US" sz="2000"/>
              <a:t>当</a:t>
            </a:r>
            <a:r>
              <a:rPr lang="en-US" altLang="zh-CN" sz="2000"/>
              <a:t> Agent </a:t>
            </a:r>
            <a:r>
              <a:rPr lang="zh-CN" altLang="en-US" sz="2000"/>
              <a:t>失败时，分析其缺失了哪些结构性能力。</a:t>
            </a:r>
            <a:endParaRPr lang="en-US" altLang="zh-CN" sz="2000"/>
          </a:p>
          <a:p>
            <a:pPr indent="457200"/>
            <a:r>
              <a:rPr lang="zh-CN" altLang="en-US" sz="2000"/>
              <a:t>建立反馈回路，让</a:t>
            </a:r>
            <a:r>
              <a:rPr lang="en-US" altLang="zh-CN" sz="2000"/>
              <a:t> Agent </a:t>
            </a:r>
            <a:r>
              <a:rPr lang="zh-CN" altLang="en-US" sz="2000"/>
              <a:t>能真正看到自己工作的结果。</a:t>
            </a:r>
            <a:endParaRPr lang="zh-CN" altLang="en-US" sz="2000"/>
          </a:p>
          <a:p>
            <a:pPr indent="457200"/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采用</a:t>
            </a:r>
            <a:r>
              <a:rPr lang="zh-CN" altLang="en-US" sz="2000" b="1"/>
              <a:t>渐进式披露</a:t>
            </a:r>
            <a:r>
              <a:rPr lang="zh-CN" altLang="en-US" sz="2000"/>
              <a:t>策略：巨大的</a:t>
            </a:r>
            <a:r>
              <a:rPr lang="en-US" altLang="zh-CN" sz="2000"/>
              <a:t> AGENTS.md </a:t>
            </a:r>
            <a:r>
              <a:rPr lang="zh-CN" altLang="en-US" sz="2000"/>
              <a:t>文件反而让</a:t>
            </a:r>
            <a:r>
              <a:rPr lang="en-US" altLang="zh-CN" sz="2000"/>
              <a:t> Agent </a:t>
            </a:r>
            <a:r>
              <a:rPr lang="zh-CN" altLang="en-US" sz="2000"/>
              <a:t>更糊涂，改进为仅保留核心索引（类似目录页），需要时再查阅子文档。</a:t>
            </a:r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构建</a:t>
            </a:r>
            <a:r>
              <a:rPr lang="en-US" altLang="zh-CN" sz="2000"/>
              <a:t> Agent </a:t>
            </a:r>
            <a:r>
              <a:rPr lang="zh-CN" altLang="en-US" sz="2000"/>
              <a:t>自动治理系统，包括：</a:t>
            </a:r>
            <a:endParaRPr lang="en-US" altLang="zh-CN" sz="2000"/>
          </a:p>
          <a:p>
            <a:pPr indent="457200"/>
            <a:r>
              <a:rPr lang="zh-CN" altLang="en-US" sz="2000"/>
              <a:t>接入浏览器，模拟用户操作。</a:t>
            </a:r>
            <a:endParaRPr lang="en-US" altLang="zh-CN" sz="2000"/>
          </a:p>
          <a:p>
            <a:pPr indent="457200"/>
            <a:r>
              <a:rPr lang="zh-CN" altLang="en-US" sz="2000"/>
              <a:t>接入日志与指标，让</a:t>
            </a:r>
            <a:r>
              <a:rPr lang="en-US" altLang="zh-CN" sz="2000"/>
              <a:t> Agent </a:t>
            </a:r>
            <a:r>
              <a:rPr lang="zh-CN" altLang="en-US" sz="2000"/>
              <a:t>可以自行查询日志。</a:t>
            </a:r>
            <a:endParaRPr lang="en-US" altLang="zh-CN" sz="2000"/>
          </a:p>
          <a:p>
            <a:pPr indent="457200"/>
            <a:r>
              <a:rPr lang="zh-CN" altLang="en-US" sz="2000"/>
              <a:t>隔离环境，每个任务独立运行，互不干扰。</a:t>
            </a:r>
            <a:endParaRPr lang="zh-CN" altLang="en-US" sz="2000"/>
          </a:p>
          <a:p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他们将资深工程师的经验直接编码为系统规则</a:t>
            </a:r>
            <a:r>
              <a:rPr lang="en-US" altLang="zh-CN" sz="2000"/>
              <a:t>——</a:t>
            </a:r>
            <a:r>
              <a:rPr lang="zh-CN" altLang="en-US" sz="2000"/>
              <a:t>例如</a:t>
            </a:r>
            <a:r>
              <a:rPr lang="en-US" altLang="zh-CN" sz="2000"/>
              <a:t>“</a:t>
            </a:r>
            <a:r>
              <a:rPr lang="zh-CN" altLang="en-US" sz="2000"/>
              <a:t>报错</a:t>
            </a:r>
            <a:r>
              <a:rPr lang="en-US" altLang="zh-CN" sz="2000"/>
              <a:t> X </a:t>
            </a:r>
            <a:r>
              <a:rPr lang="zh-CN" altLang="en-US" sz="2000"/>
              <a:t>应该按</a:t>
            </a:r>
            <a:r>
              <a:rPr lang="en-US" altLang="zh-CN" sz="2000"/>
              <a:t> Y </a:t>
            </a:r>
            <a:r>
              <a:rPr lang="zh-CN" altLang="en-US" sz="2000"/>
              <a:t>方式修复</a:t>
            </a:r>
            <a:r>
              <a:rPr lang="en-US" altLang="zh-CN" sz="2000"/>
              <a:t>”——</a:t>
            </a:r>
            <a:r>
              <a:rPr lang="zh-CN" altLang="en-US" sz="2000"/>
              <a:t>并反馈给</a:t>
            </a:r>
            <a:r>
              <a:rPr lang="en-US" altLang="zh-CN" sz="2000"/>
              <a:t> Agent</a:t>
            </a:r>
            <a:r>
              <a:rPr lang="zh-CN" altLang="en-US" sz="2000"/>
              <a:t>。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4600"/>
              <a:t>我的一些</a:t>
            </a:r>
            <a:r>
              <a:rPr lang="zh-CN" altLang="en-US" sz="4600"/>
              <a:t>看法</a:t>
            </a:r>
            <a:endParaRPr lang="zh-CN" altLang="en-US" sz="4600"/>
          </a:p>
        </p:txBody>
      </p:sp>
      <p:sp>
        <p:nvSpPr>
          <p:cNvPr id="8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06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6000" y="1022135"/>
            <a:ext cx="10800000" cy="4813200"/>
          </a:xfrm>
        </p:spPr>
        <p:txBody>
          <a:bodyPr>
            <a:normAutofit lnSpcReduction="10000"/>
          </a:bodyPr>
          <a:p>
            <a:r>
              <a:rPr lang="en-US" altLang="zh-CN"/>
              <a:t>1. </a:t>
            </a:r>
            <a:r>
              <a:rPr lang="zh-CN" altLang="en-US"/>
              <a:t>现在大模型时代的很多概念都是口袋，不断扩张。</a:t>
            </a:r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只要学到够慢，就什么都不用</a:t>
            </a:r>
            <a:r>
              <a:rPr lang="zh-CN" altLang="en-US"/>
              <a:t>学。</a:t>
            </a:r>
            <a:endParaRPr lang="zh-CN" altLang="en-US"/>
          </a:p>
          <a:p>
            <a:r>
              <a:rPr lang="en-US" altLang="zh-CN"/>
              <a:t>3. Agent </a:t>
            </a:r>
            <a:r>
              <a:rPr lang="zh-CN" altLang="en-US"/>
              <a:t>的未来趋势，</a:t>
            </a:r>
            <a:r>
              <a:rPr lang="en-US" altLang="zh-CN"/>
              <a:t>Office</a:t>
            </a:r>
            <a:r>
              <a:rPr lang="zh-CN" altLang="en-US"/>
              <a:t>相关的，大公司会集成到</a:t>
            </a:r>
            <a:r>
              <a:rPr lang="en-US" altLang="zh-CN"/>
              <a:t>GUI</a:t>
            </a:r>
            <a:r>
              <a:rPr lang="zh-CN" altLang="en-US"/>
              <a:t>，小公司会集成到网页，普通群众学习成本很低。程序员可能会把自己的电脑打造成一个私人化的，顺手的超级大</a:t>
            </a:r>
            <a:r>
              <a:rPr lang="en-US" altLang="zh-CN"/>
              <a:t>Agent</a:t>
            </a:r>
            <a:r>
              <a:rPr lang="zh-CN" altLang="en-US"/>
              <a:t>，辅助各类偏小众的工作及</a:t>
            </a:r>
            <a:r>
              <a:rPr lang="zh-CN" altLang="en-US"/>
              <a:t>产品。</a:t>
            </a:r>
            <a:endParaRPr lang="zh-CN" altLang="en-US"/>
          </a:p>
          <a:p>
            <a:r>
              <a:rPr lang="en-US" altLang="zh-CN"/>
              <a:t>4. Agent</a:t>
            </a:r>
            <a:r>
              <a:rPr lang="zh-CN" altLang="en-US"/>
              <a:t>现在的是先疯狂占坑，然后再做精，最后回归到服务科学问题</a:t>
            </a:r>
            <a:r>
              <a:rPr lang="zh-CN" altLang="en-US"/>
              <a:t>本身。</a:t>
            </a:r>
            <a:endParaRPr lang="zh-CN" altLang="en-US"/>
          </a:p>
          <a:p>
            <a:r>
              <a:rPr lang="en-US" altLang="zh-CN"/>
              <a:t>5. Agent</a:t>
            </a:r>
            <a:r>
              <a:rPr lang="zh-CN" altLang="en-US"/>
              <a:t>现在的瓶颈是调用技能的瓶颈，譬如</a:t>
            </a:r>
            <a:r>
              <a:rPr lang="en-US" altLang="zh-CN"/>
              <a:t>nanobanana</a:t>
            </a:r>
            <a:r>
              <a:rPr lang="zh-CN" altLang="en-US"/>
              <a:t>生成中文不好，不能生成可编辑矢量的</a:t>
            </a:r>
            <a:r>
              <a:rPr lang="zh-CN" altLang="en-US"/>
              <a:t>图。</a:t>
            </a:r>
            <a:endParaRPr lang="zh-CN" altLang="en-US"/>
          </a:p>
          <a:p>
            <a:r>
              <a:rPr lang="en-US" altLang="zh-CN"/>
              <a:t>6. </a:t>
            </a:r>
            <a:r>
              <a:rPr lang="zh-CN" altLang="en-US"/>
              <a:t>攻击一个点往往花很多时间，而防御则</a:t>
            </a:r>
            <a:r>
              <a:rPr lang="zh-CN" altLang="en-US"/>
              <a:t>非常简单。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44123" y="6731"/>
            <a:ext cx="3351620" cy="2379805"/>
          </a:xfrm>
          <a:custGeom>
            <a:avLst/>
            <a:gdLst/>
            <a:ahLst/>
            <a:cxnLst/>
            <a:rect l="l" t="t" r="r" b="b"/>
            <a:pathLst>
              <a:path w="3351620" h="2379805">
                <a:moveTo>
                  <a:pt x="3351620" y="2006062"/>
                </a:moveTo>
                <a:lnTo>
                  <a:pt x="3275918" y="2000054"/>
                </a:lnTo>
                <a:cubicBezTo>
                  <a:pt x="2834703" y="1984809"/>
                  <a:pt x="2586849" y="2117726"/>
                  <a:pt x="2209736" y="2256278"/>
                </a:cubicBezTo>
                <a:cubicBezTo>
                  <a:pt x="1873397" y="2379805"/>
                  <a:pt x="1463741" y="2348365"/>
                  <a:pt x="1068485" y="2218351"/>
                </a:cubicBezTo>
                <a:cubicBezTo>
                  <a:pt x="1040277" y="2209084"/>
                  <a:pt x="1006952" y="2203345"/>
                  <a:pt x="979721" y="2193066"/>
                </a:cubicBezTo>
                <a:cubicBezTo>
                  <a:pt x="575090" y="2040866"/>
                  <a:pt x="215714" y="1737059"/>
                  <a:pt x="104764" y="1371319"/>
                </a:cubicBezTo>
                <a:cubicBezTo>
                  <a:pt x="0" y="1026135"/>
                  <a:pt x="98332" y="693616"/>
                  <a:pt x="155486" y="372579"/>
                </a:cubicBezTo>
                <a:cubicBezTo>
                  <a:pt x="181757" y="246156"/>
                  <a:pt x="236528" y="0"/>
                  <a:pt x="236528" y="0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9055230" y="11176"/>
            <a:ext cx="3135964" cy="2053459"/>
          </a:xfrm>
          <a:custGeom>
            <a:avLst/>
            <a:gdLst/>
            <a:ahLst/>
            <a:cxnLst/>
            <a:rect l="l" t="t" r="r" b="b"/>
            <a:pathLst>
              <a:path w="3135964" h="2053459">
                <a:moveTo>
                  <a:pt x="3135964" y="1814747"/>
                </a:moveTo>
                <a:lnTo>
                  <a:pt x="3084605" y="1809337"/>
                </a:lnTo>
                <a:cubicBezTo>
                  <a:pt x="2575330" y="1752700"/>
                  <a:pt x="2311980" y="1841410"/>
                  <a:pt x="1930676" y="1961044"/>
                </a:cubicBezTo>
                <a:cubicBezTo>
                  <a:pt x="1636450" y="2053459"/>
                  <a:pt x="1285250" y="2025773"/>
                  <a:pt x="941592" y="1910475"/>
                </a:cubicBezTo>
                <a:cubicBezTo>
                  <a:pt x="916879" y="1902156"/>
                  <a:pt x="889105" y="1894255"/>
                  <a:pt x="865510" y="1885191"/>
                </a:cubicBezTo>
                <a:cubicBezTo>
                  <a:pt x="513426" y="1750816"/>
                  <a:pt x="191895" y="1495403"/>
                  <a:pt x="91996" y="1177223"/>
                </a:cubicBezTo>
                <a:cubicBezTo>
                  <a:pt x="0" y="884511"/>
                  <a:pt x="83750" y="603079"/>
                  <a:pt x="130037" y="330191"/>
                </a:cubicBezTo>
                <a:cubicBezTo>
                  <a:pt x="153567" y="216411"/>
                  <a:pt x="202855" y="0"/>
                  <a:pt x="202855" y="0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9355955" y="11176"/>
            <a:ext cx="2829992" cy="1692495"/>
          </a:xfrm>
          <a:custGeom>
            <a:avLst/>
            <a:gdLst/>
            <a:ahLst/>
            <a:cxnLst/>
            <a:rect l="l" t="t" r="r" b="b"/>
            <a:pathLst>
              <a:path w="2829992" h="1692495">
                <a:moveTo>
                  <a:pt x="2829992" y="1583390"/>
                </a:moveTo>
                <a:lnTo>
                  <a:pt x="2796016" y="1582520"/>
                </a:lnTo>
                <a:cubicBezTo>
                  <a:pt x="2741934" y="1579555"/>
                  <a:pt x="2685465" y="1575022"/>
                  <a:pt x="2626470" y="1569132"/>
                </a:cubicBezTo>
                <a:cubicBezTo>
                  <a:pt x="2190816" y="1525605"/>
                  <a:pt x="1950698" y="1552786"/>
                  <a:pt x="1624706" y="1632344"/>
                </a:cubicBezTo>
                <a:cubicBezTo>
                  <a:pt x="1377879" y="1692495"/>
                  <a:pt x="1087115" y="1667831"/>
                  <a:pt x="800471" y="1569132"/>
                </a:cubicBezTo>
                <a:cubicBezTo>
                  <a:pt x="779979" y="1562242"/>
                  <a:pt x="756962" y="1551496"/>
                  <a:pt x="737066" y="1543848"/>
                </a:cubicBezTo>
                <a:cubicBezTo>
                  <a:pt x="443219" y="1429751"/>
                  <a:pt x="165158" y="1215544"/>
                  <a:pt x="77677" y="949662"/>
                </a:cubicBezTo>
                <a:cubicBezTo>
                  <a:pt x="0" y="713966"/>
                  <a:pt x="68462" y="487811"/>
                  <a:pt x="103039" y="266978"/>
                </a:cubicBezTo>
                <a:cubicBezTo>
                  <a:pt x="120996" y="174268"/>
                  <a:pt x="150219" y="0"/>
                  <a:pt x="150219" y="0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11772900" y="0"/>
            <a:ext cx="414560" cy="210000"/>
          </a:xfrm>
          <a:custGeom>
            <a:avLst/>
            <a:gdLst/>
            <a:ahLst/>
            <a:cxnLst/>
            <a:rect l="l" t="t" r="r" b="b"/>
            <a:pathLst>
              <a:path w="414560" h="210000">
                <a:moveTo>
                  <a:pt x="0" y="0"/>
                </a:moveTo>
                <a:lnTo>
                  <a:pt x="50490" y="25644"/>
                </a:lnTo>
                <a:cubicBezTo>
                  <a:pt x="147274" y="72451"/>
                  <a:pt x="318087" y="157265"/>
                  <a:pt x="414560" y="210000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9922201" y="0"/>
            <a:ext cx="2127688" cy="1069279"/>
          </a:xfrm>
          <a:custGeom>
            <a:avLst/>
            <a:gdLst/>
            <a:ahLst/>
            <a:cxnLst/>
            <a:rect l="l" t="t" r="r" b="b"/>
            <a:pathLst>
              <a:path w="2127688" h="1069279">
                <a:moveTo>
                  <a:pt x="1540072" y="0"/>
                </a:moveTo>
                <a:lnTo>
                  <a:pt x="1587446" y="31806"/>
                </a:lnTo>
                <a:cubicBezTo>
                  <a:pt x="1716534" y="110340"/>
                  <a:pt x="1859777" y="183236"/>
                  <a:pt x="1971973" y="303414"/>
                </a:cubicBezTo>
                <a:cubicBezTo>
                  <a:pt x="2127689" y="469927"/>
                  <a:pt x="2127346" y="669981"/>
                  <a:pt x="2060735" y="783821"/>
                </a:cubicBezTo>
                <a:cubicBezTo>
                  <a:pt x="2046280" y="959721"/>
                  <a:pt x="1888445" y="1069279"/>
                  <a:pt x="1578875" y="1049310"/>
                </a:cubicBezTo>
                <a:cubicBezTo>
                  <a:pt x="1311810" y="1032163"/>
                  <a:pt x="1134879" y="972195"/>
                  <a:pt x="932168" y="973455"/>
                </a:cubicBezTo>
                <a:cubicBezTo>
                  <a:pt x="792365" y="974402"/>
                  <a:pt x="624183" y="945468"/>
                  <a:pt x="462988" y="884959"/>
                </a:cubicBezTo>
                <a:cubicBezTo>
                  <a:pt x="451487" y="880718"/>
                  <a:pt x="436068" y="876918"/>
                  <a:pt x="424946" y="872317"/>
                </a:cubicBezTo>
                <a:cubicBezTo>
                  <a:pt x="258920" y="803632"/>
                  <a:pt x="102475" y="694021"/>
                  <a:pt x="44528" y="543618"/>
                </a:cubicBezTo>
                <a:cubicBezTo>
                  <a:pt x="0" y="428081"/>
                  <a:pt x="32926" y="312464"/>
                  <a:pt x="44528" y="202277"/>
                </a:cubicBezTo>
                <a:cubicBezTo>
                  <a:pt x="56228" y="134851"/>
                  <a:pt x="68480" y="6692"/>
                  <a:pt x="68480" y="6692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10221928" y="0"/>
            <a:ext cx="1439756" cy="732329"/>
          </a:xfrm>
          <a:custGeom>
            <a:avLst/>
            <a:gdLst/>
            <a:ahLst/>
            <a:cxnLst/>
            <a:rect l="l" t="t" r="r" b="b"/>
            <a:pathLst>
              <a:path w="1439756" h="732329">
                <a:moveTo>
                  <a:pt x="820604" y="0"/>
                </a:moveTo>
                <a:lnTo>
                  <a:pt x="836480" y="22529"/>
                </a:lnTo>
                <a:cubicBezTo>
                  <a:pt x="927272" y="131403"/>
                  <a:pt x="1067486" y="216298"/>
                  <a:pt x="1206537" y="290773"/>
                </a:cubicBezTo>
                <a:cubicBezTo>
                  <a:pt x="1403224" y="395973"/>
                  <a:pt x="1439756" y="615874"/>
                  <a:pt x="1206537" y="682683"/>
                </a:cubicBezTo>
                <a:cubicBezTo>
                  <a:pt x="1032648" y="732329"/>
                  <a:pt x="821365" y="621355"/>
                  <a:pt x="661274" y="568903"/>
                </a:cubicBezTo>
                <a:cubicBezTo>
                  <a:pt x="478700" y="509126"/>
                  <a:pt x="248915" y="518617"/>
                  <a:pt x="103329" y="391911"/>
                </a:cubicBezTo>
                <a:cubicBezTo>
                  <a:pt x="27791" y="326027"/>
                  <a:pt x="7401" y="238257"/>
                  <a:pt x="1884" y="151708"/>
                </a:cubicBezTo>
                <a:cubicBezTo>
                  <a:pt x="0" y="122508"/>
                  <a:pt x="7099" y="35416"/>
                  <a:pt x="10526" y="5037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9658598" y="2794"/>
            <a:ext cx="2506476" cy="1315660"/>
          </a:xfrm>
          <a:custGeom>
            <a:avLst/>
            <a:gdLst/>
            <a:ahLst/>
            <a:cxnLst/>
            <a:rect l="l" t="t" r="r" b="b"/>
            <a:pathLst>
              <a:path w="2506476" h="1315660">
                <a:moveTo>
                  <a:pt x="2506475" y="1264318"/>
                </a:moveTo>
                <a:cubicBezTo>
                  <a:pt x="2389957" y="1304160"/>
                  <a:pt x="2241734" y="1315660"/>
                  <a:pt x="2050058" y="1299389"/>
                </a:cubicBezTo>
                <a:cubicBezTo>
                  <a:pt x="1706110" y="1270084"/>
                  <a:pt x="1509586" y="1248604"/>
                  <a:pt x="1251388" y="1286747"/>
                </a:cubicBezTo>
                <a:cubicBezTo>
                  <a:pt x="1061913" y="1314623"/>
                  <a:pt x="836142" y="1288757"/>
                  <a:pt x="617522" y="1210893"/>
                </a:cubicBezTo>
                <a:cubicBezTo>
                  <a:pt x="601713" y="1205352"/>
                  <a:pt x="581949" y="1204243"/>
                  <a:pt x="566813" y="1198251"/>
                </a:cubicBezTo>
                <a:cubicBezTo>
                  <a:pt x="342262" y="1108695"/>
                  <a:pt x="130944" y="946431"/>
                  <a:pt x="59718" y="743129"/>
                </a:cubicBezTo>
                <a:cubicBezTo>
                  <a:pt x="0" y="572482"/>
                  <a:pt x="50234" y="410992"/>
                  <a:pt x="72395" y="250080"/>
                </a:cubicBezTo>
                <a:cubicBezTo>
                  <a:pt x="82390" y="178283"/>
                  <a:pt x="95273" y="71055"/>
                  <a:pt x="110770" y="0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0" y="4799075"/>
            <a:ext cx="3010240" cy="2033991"/>
          </a:xfrm>
          <a:custGeom>
            <a:avLst/>
            <a:gdLst/>
            <a:ahLst/>
            <a:cxnLst/>
            <a:rect l="l" t="t" r="r" b="b"/>
            <a:pathLst>
              <a:path w="3010240" h="2033991">
                <a:moveTo>
                  <a:pt x="0" y="201017"/>
                </a:moveTo>
                <a:lnTo>
                  <a:pt x="44807" y="178406"/>
                </a:lnTo>
                <a:cubicBezTo>
                  <a:pt x="295590" y="65440"/>
                  <a:pt x="562670" y="0"/>
                  <a:pt x="840806" y="1552"/>
                </a:cubicBezTo>
                <a:cubicBezTo>
                  <a:pt x="910340" y="1939"/>
                  <a:pt x="980564" y="6514"/>
                  <a:pt x="1051399" y="15579"/>
                </a:cubicBezTo>
                <a:cubicBezTo>
                  <a:pt x="1756771" y="106002"/>
                  <a:pt x="2412336" y="580176"/>
                  <a:pt x="2786836" y="1164975"/>
                </a:cubicBezTo>
                <a:cubicBezTo>
                  <a:pt x="3010240" y="1513877"/>
                  <a:pt x="2975482" y="1801618"/>
                  <a:pt x="2809315" y="2033991"/>
                </a:cubicBez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0" y="5104729"/>
            <a:ext cx="2690665" cy="1752149"/>
          </a:xfrm>
          <a:custGeom>
            <a:avLst/>
            <a:gdLst/>
            <a:ahLst/>
            <a:cxnLst/>
            <a:rect l="l" t="t" r="r" b="b"/>
            <a:pathLst>
              <a:path w="2690665" h="1752149">
                <a:moveTo>
                  <a:pt x="0" y="231132"/>
                </a:moveTo>
                <a:lnTo>
                  <a:pt x="1593" y="230170"/>
                </a:lnTo>
                <a:cubicBezTo>
                  <a:pt x="252700" y="91446"/>
                  <a:pt x="525563" y="4956"/>
                  <a:pt x="813526" y="826"/>
                </a:cubicBezTo>
                <a:cubicBezTo>
                  <a:pt x="871118" y="0"/>
                  <a:pt x="929315" y="2469"/>
                  <a:pt x="988063" y="8473"/>
                </a:cubicBezTo>
                <a:cubicBezTo>
                  <a:pt x="1578856" y="68682"/>
                  <a:pt x="2122961" y="408333"/>
                  <a:pt x="2457483" y="892622"/>
                </a:cubicBezTo>
                <a:cubicBezTo>
                  <a:pt x="2690665" y="1230054"/>
                  <a:pt x="2625042" y="1515161"/>
                  <a:pt x="2426261" y="1737557"/>
                </a:cubicBezTo>
                <a:lnTo>
                  <a:pt x="2411664" y="1752150"/>
                </a:ln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0" y="5434857"/>
            <a:ext cx="2296930" cy="1418554"/>
          </a:xfrm>
          <a:custGeom>
            <a:avLst/>
            <a:gdLst/>
            <a:ahLst/>
            <a:cxnLst/>
            <a:rect l="l" t="t" r="r" b="b"/>
            <a:pathLst>
              <a:path w="2296930" h="1418554">
                <a:moveTo>
                  <a:pt x="0" y="270770"/>
                </a:moveTo>
                <a:lnTo>
                  <a:pt x="25904" y="253429"/>
                </a:lnTo>
                <a:cubicBezTo>
                  <a:pt x="255160" y="110087"/>
                  <a:pt x="507774" y="13783"/>
                  <a:pt x="776427" y="1970"/>
                </a:cubicBezTo>
                <a:cubicBezTo>
                  <a:pt x="821204" y="0"/>
                  <a:pt x="866424" y="379"/>
                  <a:pt x="912057" y="3277"/>
                </a:cubicBezTo>
                <a:cubicBezTo>
                  <a:pt x="1378129" y="32974"/>
                  <a:pt x="1802729" y="234260"/>
                  <a:pt x="2090128" y="609553"/>
                </a:cubicBezTo>
                <a:cubicBezTo>
                  <a:pt x="2296930" y="879660"/>
                  <a:pt x="2254466" y="1125527"/>
                  <a:pt x="2096028" y="1318293"/>
                </a:cubicBezTo>
                <a:lnTo>
                  <a:pt x="1992535" y="1418554"/>
                </a:ln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0" y="5803628"/>
            <a:ext cx="1900188" cy="1049260"/>
          </a:xfrm>
          <a:custGeom>
            <a:avLst/>
            <a:gdLst/>
            <a:ahLst/>
            <a:cxnLst/>
            <a:rect l="l" t="t" r="r" b="b"/>
            <a:pathLst>
              <a:path w="1900188" h="1049260">
                <a:moveTo>
                  <a:pt x="0" y="331125"/>
                </a:moveTo>
                <a:lnTo>
                  <a:pt x="127324" y="236046"/>
                </a:lnTo>
                <a:cubicBezTo>
                  <a:pt x="331466" y="97555"/>
                  <a:pt x="560727" y="466"/>
                  <a:pt x="810718" y="273"/>
                </a:cubicBezTo>
                <a:cubicBezTo>
                  <a:pt x="1138608" y="0"/>
                  <a:pt x="1456767" y="71812"/>
                  <a:pt x="1684771" y="328672"/>
                </a:cubicBezTo>
                <a:cubicBezTo>
                  <a:pt x="1900188" y="571319"/>
                  <a:pt x="1808766" y="819715"/>
                  <a:pt x="1609681" y="985336"/>
                </a:cubicBezTo>
                <a:lnTo>
                  <a:pt x="1515466" y="1049260"/>
                </a:ln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0" y="6130508"/>
            <a:ext cx="1515596" cy="724083"/>
          </a:xfrm>
          <a:custGeom>
            <a:avLst/>
            <a:gdLst/>
            <a:ahLst/>
            <a:cxnLst/>
            <a:rect l="l" t="t" r="r" b="b"/>
            <a:pathLst>
              <a:path w="1515596" h="724083">
                <a:moveTo>
                  <a:pt x="0" y="382420"/>
                </a:moveTo>
                <a:lnTo>
                  <a:pt x="3" y="382418"/>
                </a:lnTo>
                <a:cubicBezTo>
                  <a:pt x="198173" y="233275"/>
                  <a:pt x="447980" y="64022"/>
                  <a:pt x="722046" y="28758"/>
                </a:cubicBezTo>
                <a:cubicBezTo>
                  <a:pt x="817287" y="16507"/>
                  <a:pt x="910502" y="0"/>
                  <a:pt x="999806" y="4284"/>
                </a:cubicBezTo>
                <a:cubicBezTo>
                  <a:pt x="1089108" y="8568"/>
                  <a:pt x="1174496" y="33640"/>
                  <a:pt x="1254078" y="104542"/>
                </a:cubicBezTo>
                <a:cubicBezTo>
                  <a:pt x="1515596" y="337390"/>
                  <a:pt x="1230711" y="673633"/>
                  <a:pt x="937392" y="672925"/>
                </a:cubicBezTo>
                <a:cubicBezTo>
                  <a:pt x="837843" y="672736"/>
                  <a:pt x="752639" y="663327"/>
                  <a:pt x="658710" y="672925"/>
                </a:cubicBezTo>
                <a:cubicBezTo>
                  <a:pt x="622741" y="676531"/>
                  <a:pt x="586591" y="684193"/>
                  <a:pt x="550589" y="695016"/>
                </a:cubicBezTo>
                <a:lnTo>
                  <a:pt x="474687" y="724083"/>
                </a:ln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9969500" y="6056183"/>
            <a:ext cx="2220323" cy="837148"/>
          </a:xfrm>
          <a:custGeom>
            <a:avLst/>
            <a:gdLst/>
            <a:ahLst/>
            <a:cxnLst/>
            <a:rect l="l" t="t" r="r" b="b"/>
            <a:pathLst>
              <a:path w="2220323" h="837148">
                <a:moveTo>
                  <a:pt x="0" y="807402"/>
                </a:moveTo>
                <a:lnTo>
                  <a:pt x="6982" y="793267"/>
                </a:lnTo>
                <a:cubicBezTo>
                  <a:pt x="269151" y="358565"/>
                  <a:pt x="815558" y="0"/>
                  <a:pt x="1125303" y="338597"/>
                </a:cubicBezTo>
                <a:cubicBezTo>
                  <a:pt x="1271684" y="498712"/>
                  <a:pt x="1429482" y="837148"/>
                  <a:pt x="1743643" y="553295"/>
                </a:cubicBezTo>
                <a:cubicBezTo>
                  <a:pt x="1880638" y="429534"/>
                  <a:pt x="2021197" y="302685"/>
                  <a:pt x="2166971" y="218523"/>
                </a:cubicBezTo>
                <a:lnTo>
                  <a:pt x="2220323" y="192217"/>
                </a:lnTo>
              </a:path>
            </a:pathLst>
          </a:custGeom>
          <a:noFill/>
          <a:ln w="12700" cap="flat" cmpd="sng">
            <a:solidFill>
              <a:srgbClr val="010101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0" y="1651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 YOU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342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感谢大家的耐心聆听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31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2"/>
  <p:tag name="KSO_WM_TEMPLATE_THUMBS_INDEX" val="1、9"/>
</p:tagLst>
</file>

<file path=ppt/tags/tag114.xml><?xml version="1.0" encoding="utf-8"?>
<p:tagLst xmlns:p="http://schemas.openxmlformats.org/presentationml/2006/main">
  <p:tag name="KSO_WM_DIAGRAM_VIRTUALLY_FRAME" val="{&quot;height&quot;:280,&quot;left&quot;:40,&quot;top&quot;:100.75,&quot;width&quot;:860}"/>
</p:tagLst>
</file>

<file path=ppt/tags/tag115.xml><?xml version="1.0" encoding="utf-8"?>
<p:tagLst xmlns:p="http://schemas.openxmlformats.org/presentationml/2006/main">
  <p:tag name="KSO_WM_DIAGRAM_VIRTUALLY_FRAME" val="{&quot;height&quot;:280,&quot;left&quot;:40,&quot;top&quot;:100.75,&quot;width&quot;:860}"/>
</p:tagLst>
</file>

<file path=ppt/tags/tag116.xml><?xml version="1.0" encoding="utf-8"?>
<p:tagLst xmlns:p="http://schemas.openxmlformats.org/presentationml/2006/main">
  <p:tag name="KSO_WM_DIAGRAM_VIRTUALLY_FRAME" val="{&quot;height&quot;:280,&quot;left&quot;:40,&quot;top&quot;:100.75,&quot;width&quot;:860}"/>
</p:tagLst>
</file>

<file path=ppt/tags/tag117.xml><?xml version="1.0" encoding="utf-8"?>
<p:tagLst xmlns:p="http://schemas.openxmlformats.org/presentationml/2006/main">
  <p:tag name="KSO_WM_DIAGRAM_VIRTUALLY_FRAME" val="{&quot;height&quot;:280,&quot;left&quot;:40,&quot;top&quot;:100.75,&quot;width&quot;:860}"/>
</p:tagLst>
</file>

<file path=ppt/tags/tag118.xml><?xml version="1.0" encoding="utf-8"?>
<p:tagLst xmlns:p="http://schemas.openxmlformats.org/presentationml/2006/main">
  <p:tag name="KSO_WM_DIAGRAM_VIRTUALLY_FRAME" val="{&quot;height&quot;:280,&quot;left&quot;:40,&quot;top&quot;:100.75,&quot;width&quot;:860}"/>
</p:tagLst>
</file>

<file path=ppt/tags/tag119.xml><?xml version="1.0" encoding="utf-8"?>
<p:tagLst xmlns:p="http://schemas.openxmlformats.org/presentationml/2006/main">
  <p:tag name="KSO_WM_DIAGRAM_VIRTUALLY_FRAME" val="{&quot;height&quot;:280,&quot;left&quot;:40,&quot;top&quot;:100.75,&quot;width&quot;:860}"/>
</p:tagLst>
</file>

<file path=ppt/tags/tag120.xml><?xml version="1.0" encoding="utf-8"?>
<p:tagLst xmlns:p="http://schemas.openxmlformats.org/presentationml/2006/main">
  <p:tag name="KSO_WM_DIAGRAM_VIRTUALLY_FRAME" val="{&quot;height&quot;:280,&quot;left&quot;:40,&quot;top&quot;:100.75,&quot;width&quot;:860}"/>
</p:tagLst>
</file>

<file path=ppt/tags/tag121.xml><?xml version="1.0" encoding="utf-8"?>
<p:tagLst xmlns:p="http://schemas.openxmlformats.org/presentationml/2006/main">
  <p:tag name="KSO_WM_DIAGRAM_VIRTUALLY_FRAME" val="{&quot;height&quot;:280,&quot;left&quot;:40,&quot;top&quot;:100.75,&quot;width&quot;:860}"/>
</p:tagLst>
</file>

<file path=ppt/tags/tag122.xml><?xml version="1.0" encoding="utf-8"?>
<p:tagLst xmlns:p="http://schemas.openxmlformats.org/presentationml/2006/main">
  <p:tag name="KSO_WM_DIAGRAM_VIRTUALLY_FRAME" val="{&quot;height&quot;:280,&quot;left&quot;:40,&quot;top&quot;:100.75,&quot;width&quot;:860}"/>
</p:tagLst>
</file>

<file path=ppt/tags/tag123.xml><?xml version="1.0" encoding="utf-8"?>
<p:tagLst xmlns:p="http://schemas.openxmlformats.org/presentationml/2006/main">
  <p:tag name="KSO_WM_DIAGRAM_VIRTUALLY_FRAME" val="{&quot;height&quot;:280,&quot;left&quot;:40,&quot;top&quot;:100.75,&quot;width&quot;:860}"/>
</p:tagLst>
</file>

<file path=ppt/tags/tag124.xml><?xml version="1.0" encoding="utf-8"?>
<p:tagLst xmlns:p="http://schemas.openxmlformats.org/presentationml/2006/main">
  <p:tag name="KSO_WM_DIAGRAM_VIRTUALLY_FRAME" val="{&quot;height&quot;:280,&quot;left&quot;:40,&quot;top&quot;:100.75,&quot;width&quot;:860}"/>
</p:tagLst>
</file>

<file path=ppt/tags/tag125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26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27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28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29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30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31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32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33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34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35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36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37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38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39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40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41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42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43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44.xml><?xml version="1.0" encoding="utf-8"?>
<p:tagLst xmlns:p="http://schemas.openxmlformats.org/presentationml/2006/main">
  <p:tag name="KSO_WM_DIAGRAM_VIRTUALLY_FRAME" val="{&quot;height&quot;:360,&quot;left&quot;:30,&quot;top&quot;:100,&quot;width&quot;:900}"/>
</p:tagLst>
</file>

<file path=ppt/tags/tag14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46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47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49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5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52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  <p:tag name="KSO_WM_SLIDE_THEME_ID" val="3321334"/>
  <p:tag name="KSO_WM_SLIDE_THEME_NAME" val="黑白色线条简约风主题"/>
</p:tagLst>
</file>

<file path=ppt/tags/tag153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55.xml><?xml version="1.0" encoding="utf-8"?>
<p:tagLst xmlns:p="http://schemas.openxmlformats.org/presentationml/2006/main">
  <p:tag name="KSO_WM_UNIT_TEXT" val="第二代：Context Engineering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56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57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58.xml><?xml version="1.0" encoding="utf-8"?>
<p:tagLst xmlns:p="http://schemas.openxmlformats.org/presentationml/2006/main">
  <p:tag name="KSO_WM_UNIT_TEXT" val="第三代：Harness Engineering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59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60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61.xml><?xml version="1.0" encoding="utf-8"?>
<p:tagLst xmlns:p="http://schemas.openxmlformats.org/presentationml/2006/main">
  <p:tag name="KSO_WM_UNIT_TEXT" val="上下文管理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62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63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65.xml><?xml version="1.0" encoding="utf-8"?>
<p:tagLst xmlns:p="http://schemas.openxmlformats.org/presentationml/2006/main">
  <p:tag name="KSO_WM_UNIT_TEXT" val="状态管理与记忆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66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67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68.xml><?xml version="1.0" encoding="utf-8"?>
<p:tagLst xmlns:p="http://schemas.openxmlformats.org/presentationml/2006/main">
  <p:tag name="KSO_WM_UNIT_TEXT" val="工具系统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69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7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72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  <p:tag name="KSO_WM_SLIDE_THEME_ID" val="3321334"/>
  <p:tag name="KSO_WM_SLIDE_THEME_NAME" val="黑白色线条简约风主题"/>
</p:tagLst>
</file>

<file path=ppt/tags/tag173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75.xml><?xml version="1.0" encoding="utf-8"?>
<p:tagLst xmlns:p="http://schemas.openxmlformats.org/presentationml/2006/main">
  <p:tag name="KSO_WM_UNIT_TEXT" val="验证与约束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76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77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78.xml><?xml version="1.0" encoding="utf-8"?>
<p:tagLst xmlns:p="http://schemas.openxmlformats.org/presentationml/2006/main">
  <p:tag name="KSO_WM_UNIT_TEXT" val="人类接管与周期管理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79.xml><?xml version="1.0" encoding="utf-8"?>
<p:tagLst xmlns:p="http://schemas.openxmlformats.org/presentationml/2006/main">
  <p:tag name="KSO_WM_SLIDE_TYPE" val="text"/>
  <p:tag name="KSO_WM_BEAUTIFY_FLAG" val="#wm#"/>
  <p:tag name="KSO_WM_SLIDE_ID" val="custom2023331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312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8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82.xml><?xml version="1.0" encoding="utf-8"?>
<p:tagLst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  <p:tag name="KSO_WM_SLIDE_THEME_ID" val="3321334"/>
  <p:tag name="KSO_WM_SLIDE_THEME_NAME" val="黑白色线条简约风主题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84.xml><?xml version="1.0" encoding="utf-8"?>
<p:tagLst xmlns:p="http://schemas.openxmlformats.org/presentationml/2006/main">
  <p:tag name="KSO_WM_BEAUTIFY_FLAG" val="#wm#"/>
  <p:tag name="KSO_WM_TEMPLATE_CATEGORY" val="custom"/>
  <p:tag name="KSO_WM_TEMPLATE_INDEX" val="20233312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主题​​">
  <a:themeElements>
    <a:clrScheme name="自定义 106">
      <a:dk1>
        <a:srgbClr val="000000"/>
      </a:dk1>
      <a:lt1>
        <a:srgbClr val="FFFFFF"/>
      </a:lt1>
      <a:dk2>
        <a:srgbClr val="010101"/>
      </a:dk2>
      <a:lt2>
        <a:srgbClr val="F2F2F2"/>
      </a:lt2>
      <a:accent1>
        <a:srgbClr val="588AB4"/>
      </a:accent1>
      <a:accent2>
        <a:srgbClr val="CE9F67"/>
      </a:accent2>
      <a:accent3>
        <a:srgbClr val="D9928C"/>
      </a:accent3>
      <a:accent4>
        <a:srgbClr val="58A9B4"/>
      </a:accent4>
      <a:accent5>
        <a:srgbClr val="5867B4"/>
      </a:accent5>
      <a:accent6>
        <a:srgbClr val="7561AE"/>
      </a:accent6>
      <a:hlink>
        <a:srgbClr val="658BD5"/>
      </a:hlink>
      <a:folHlink>
        <a:srgbClr val="9D63A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273" cap="flat">
          <a:solidFill>
            <a:schemeClr val="tx2">
              <a:alpha val="20000"/>
            </a:schemeClr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4360</Words>
  <Application>WPS 演示</Application>
  <PresentationFormat/>
  <Paragraphs>493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Wingdings</vt:lpstr>
      <vt:lpstr>Office 主题​​</vt:lpstr>
      <vt:lpstr>默认主题</vt:lpstr>
      <vt:lpstr>1_默认主题</vt:lpstr>
      <vt:lpstr>2_默认主题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Harness Engineering的构成</vt:lpstr>
      <vt:lpstr>1.上下文管理</vt:lpstr>
      <vt:lpstr>2.工具系统</vt:lpstr>
      <vt:lpstr>3.执行编排</vt:lpstr>
      <vt:lpstr>5. 验证与约束</vt:lpstr>
      <vt:lpstr>6.人类接管与周期管理</vt:lpstr>
      <vt:lpstr>Harness 的工程实践</vt:lpstr>
      <vt:lpstr>Anthropic</vt:lpstr>
      <vt:lpstr>OpenAI</vt:lpstr>
      <vt:lpstr>Harness 的工程实践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杜蓉</cp:lastModifiedBy>
  <cp:revision>6</cp:revision>
  <dcterms:created xsi:type="dcterms:W3CDTF">2026-04-13T10:51:00Z</dcterms:created>
  <dcterms:modified xsi:type="dcterms:W3CDTF">2026-04-14T04:07:50Z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434B08179DD04FD2B9139D1C57BA1393_12</vt:lpwstr>
  </property>
</Properties>
</file>